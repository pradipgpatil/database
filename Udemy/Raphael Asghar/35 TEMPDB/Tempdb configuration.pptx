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82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2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5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5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85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4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7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3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2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1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7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9A197-AB4F-44FF-A8D1-1D6B958E9926}" type="datetimeFigureOut">
              <a:rPr lang="en-US" smtClean="0"/>
              <a:t>11/19/2017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0015D-6C6C-458B-A1A7-DFCCB8E8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5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11871"/>
            <a:ext cx="9144000" cy="67526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Tempdb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87137"/>
            <a:ext cx="9144000" cy="5870864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 smtClean="0">
              <a:effectLst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One of the poor performance objects may the tempdb!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tempdb system database is a global resource that is available to all users (as such it can becom</a:t>
            </a: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e very busy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latin typeface="Segoe UI" panose="020B0502040204020203" pitchFamily="34" charset="0"/>
                <a:cs typeface="Segoe UI" panose="020B0502040204020203" pitchFamily="34" charset="0"/>
              </a:rPr>
              <a:t>Its purpose is to hold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emporary objects and have certain action performed in the tempdb such as: </a:t>
            </a:r>
          </a:p>
          <a:p>
            <a:pPr algn="l"/>
            <a:endParaRPr lang="en-US" dirty="0" smtClean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lobal or local temporary tables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emporary stored procedures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able variables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ursors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Results for spools or sorting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nline index operations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Multiple Active Result Sets (MARS)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AFTER triggers.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empdb is re-created every time SQL Server is started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Backup and restore operations are not allowed on tempdb*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dirty="0" smtClean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point is that the tempdb is a very busy database and must be configured properly for optimal performance</a:t>
            </a:r>
            <a:endParaRPr lang="en-US" dirty="0" smtClean="0">
              <a:solidFill>
                <a:srgbClr val="FF0000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4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32654"/>
            <a:ext cx="9144000" cy="8623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Setting up tempdb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30036"/>
            <a:ext cx="9144000" cy="529936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Out of the box we may get into issues of poor performance because of the default settings. 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We need to correct these immediately.  The following list is something we must do asap: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Default size change for tempdb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Default file numbers change for </a:t>
            </a:r>
            <a:r>
              <a:rPr lang="en-US" dirty="0" smtClean="0"/>
              <a:t>tempdb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Finding cpu core number for tempdb files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0102"/>
            <a:ext cx="9144000" cy="929721"/>
          </a:xfrm>
        </p:spPr>
        <p:txBody>
          <a:bodyPr>
            <a:normAutofit/>
          </a:bodyPr>
          <a:lstStyle/>
          <a:p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Set the file growth increment</a:t>
            </a:r>
            <a:endParaRPr lang="en-US" sz="3600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8364" y="1734763"/>
            <a:ext cx="979967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Set the file growth increment to a reasonable size to avoid the tempdb database files from growing by too small a value.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If the file growth is too small, compared to the amount of data that is being written to tempdb, tempdb may have to constantly expand.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This will affect performance. We recommend the following general guidelines for setting the FILEGROWTH increment for tempdb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tempdb file size	FILEGROWTH increment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0 to 100 MB	10 MB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100 to 200 MB	20 MB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200 MB or more	10%*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32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609" y="137246"/>
            <a:ext cx="7023120" cy="525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4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99955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File number rule: Tempdb files based on number of CPU cores (SQL 2016)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047009"/>
            <a:ext cx="9144000" cy="3210791"/>
          </a:xfrm>
        </p:spPr>
        <p:txBody>
          <a:bodyPr>
            <a:normAutofit fontScale="85000" lnSpcReduction="10000"/>
          </a:bodyPr>
          <a:lstStyle/>
          <a:p>
            <a:pPr marL="342900" lvl="0" indent="-342900" algn="l">
              <a:buFont typeface="Arial" panose="020B0604020202020204" pitchFamily="34" charset="0"/>
              <a:buChar char="•"/>
            </a:pPr>
            <a:endParaRPr lang="de-DE" dirty="0" smtClean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de-DE" dirty="0" smtClean="0"/>
              <a:t>When </a:t>
            </a:r>
            <a:r>
              <a:rPr lang="de-DE" dirty="0"/>
              <a:t>you have less (or equal) than 8 CPU cores, you will get as many TempDb data files as you have CPU cores.</a:t>
            </a:r>
            <a:endParaRPr lang="en-US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de-DE" dirty="0"/>
              <a:t>If you have more than 8 CPU cores, you will get 8 TempDb data files out of the box</a:t>
            </a:r>
            <a:r>
              <a:rPr lang="de-DE" dirty="0" smtClean="0"/>
              <a:t>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--COUNT CPU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SELECT cpu_count,*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FROM sys.dm_os_sys_info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GO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4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05" y="499653"/>
            <a:ext cx="7811590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3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328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Times New Roman</vt:lpstr>
      <vt:lpstr>Office Theme</vt:lpstr>
      <vt:lpstr>Tempdb configuration</vt:lpstr>
      <vt:lpstr>Setting up tempdb</vt:lpstr>
      <vt:lpstr>Set the file growth increment</vt:lpstr>
      <vt:lpstr>PowerPoint Presentation</vt:lpstr>
      <vt:lpstr>File number rule: Tempdb files based on number of CPU cores (SQL 2016)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Tempdb configuration</dc:title>
  <dc:creator>rafasg61 A</dc:creator>
  <cp:lastModifiedBy>rafasg61 A</cp:lastModifiedBy>
  <cp:revision>24</cp:revision>
  <dcterms:created xsi:type="dcterms:W3CDTF">2017-11-20T00:08:21Z</dcterms:created>
  <dcterms:modified xsi:type="dcterms:W3CDTF">2017-11-20T02:54:49Z</dcterms:modified>
</cp:coreProperties>
</file>