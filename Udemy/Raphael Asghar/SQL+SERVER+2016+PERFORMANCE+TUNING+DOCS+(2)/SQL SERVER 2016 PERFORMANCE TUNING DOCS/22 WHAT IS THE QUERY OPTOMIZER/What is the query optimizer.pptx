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19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EA563-9791-4BA7-A422-E0F4ECC27FB9}" type="datetimeFigureOut">
              <a:rPr lang="en-US" smtClean="0"/>
              <a:t>10/18/2017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6C003-C91B-4EBF-BBA1-8974DB1B0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868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EA563-9791-4BA7-A422-E0F4ECC27FB9}" type="datetimeFigureOut">
              <a:rPr lang="en-US" smtClean="0"/>
              <a:t>10/18/2017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6C003-C91B-4EBF-BBA1-8974DB1B0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685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EA563-9791-4BA7-A422-E0F4ECC27FB9}" type="datetimeFigureOut">
              <a:rPr lang="en-US" smtClean="0"/>
              <a:t>10/18/2017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6C003-C91B-4EBF-BBA1-8974DB1B0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209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EA563-9791-4BA7-A422-E0F4ECC27FB9}" type="datetimeFigureOut">
              <a:rPr lang="en-US" smtClean="0"/>
              <a:t>10/18/2017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6C003-C91B-4EBF-BBA1-8974DB1B0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949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EA563-9791-4BA7-A422-E0F4ECC27FB9}" type="datetimeFigureOut">
              <a:rPr lang="en-US" smtClean="0"/>
              <a:t>10/18/2017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6C003-C91B-4EBF-BBA1-8974DB1B0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513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EA563-9791-4BA7-A422-E0F4ECC27FB9}" type="datetimeFigureOut">
              <a:rPr lang="en-US" smtClean="0"/>
              <a:t>10/18/2017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6C003-C91B-4EBF-BBA1-8974DB1B0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774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EA563-9791-4BA7-A422-E0F4ECC27FB9}" type="datetimeFigureOut">
              <a:rPr lang="en-US" smtClean="0"/>
              <a:t>10/18/2017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6C003-C91B-4EBF-BBA1-8974DB1B0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322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EA563-9791-4BA7-A422-E0F4ECC27FB9}" type="datetimeFigureOut">
              <a:rPr lang="en-US" smtClean="0"/>
              <a:t>10/18/2017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6C003-C91B-4EBF-BBA1-8974DB1B0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296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EA563-9791-4BA7-A422-E0F4ECC27FB9}" type="datetimeFigureOut">
              <a:rPr lang="en-US" smtClean="0"/>
              <a:t>10/18/2017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6C003-C91B-4EBF-BBA1-8974DB1B0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97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EA563-9791-4BA7-A422-E0F4ECC27FB9}" type="datetimeFigureOut">
              <a:rPr lang="en-US" smtClean="0"/>
              <a:t>10/18/2017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6C003-C91B-4EBF-BBA1-8974DB1B0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71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EA563-9791-4BA7-A422-E0F4ECC27FB9}" type="datetimeFigureOut">
              <a:rPr lang="en-US" smtClean="0"/>
              <a:t>10/18/2017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6C003-C91B-4EBF-BBA1-8974DB1B0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447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8EA563-9791-4BA7-A422-E0F4ECC27FB9}" type="datetimeFigureOut">
              <a:rPr lang="en-US" smtClean="0"/>
              <a:t>10/18/2017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66C003-C91B-4EBF-BBA1-8974DB1B0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29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39136"/>
            <a:ext cx="9144000" cy="581746"/>
          </a:xfrm>
        </p:spPr>
        <p:txBody>
          <a:bodyPr>
            <a:normAutofit fontScale="90000"/>
          </a:bodyPr>
          <a:lstStyle/>
          <a:p>
            <a:r>
              <a:rPr lang="en-US" sz="3600" dirty="0" smtClean="0">
                <a:latin typeface="+mn-lt"/>
              </a:rPr>
              <a:t>What is an execution plan?</a:t>
            </a:r>
            <a:endParaRPr lang="en-US" sz="36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935182"/>
            <a:ext cx="9144000" cy="5496791"/>
          </a:xfrm>
        </p:spPr>
        <p:txBody>
          <a:bodyPr>
            <a:normAutofit fontScale="85000"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When you submit a query to SQL server no matter how simple or complex, SQL Server generates an execution plan for that query.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The execution plan shows you how SQL Server breaks down each query submitted by showing you a graphical representation using operators.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There are 3 ways that an execution plan can be viewed: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1. If you select the Actual Execution Plan option, then the plan is created after execution of the query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2. </a:t>
            </a:r>
            <a:r>
              <a:rPr lang="en-US" dirty="0" smtClean="0"/>
              <a:t>If you select the </a:t>
            </a:r>
            <a:r>
              <a:rPr lang="en-US" dirty="0" smtClean="0"/>
              <a:t>Estimated Execution Plan </a:t>
            </a:r>
            <a:r>
              <a:rPr lang="en-US" dirty="0" smtClean="0"/>
              <a:t>then the plan </a:t>
            </a:r>
            <a:r>
              <a:rPr lang="en-US" dirty="0" smtClean="0"/>
              <a:t>is created without executing the query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3. </a:t>
            </a:r>
            <a:r>
              <a:rPr lang="en-US" dirty="0" smtClean="0"/>
              <a:t>If you select the </a:t>
            </a:r>
            <a:r>
              <a:rPr lang="en-US" dirty="0" smtClean="0"/>
              <a:t>Live Query Statistics (SQL 2016 only) then you can view a live the execution plan of an active query without waiting for it to complete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You can view the Execution plans can be presented in three ways: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Graphical Plans</a:t>
            </a:r>
            <a:endParaRPr lang="en-US" dirty="0" smtClean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Text Plans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XML Plans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How does the execution plan select the most efficient plan to execute?  It use the query optimizer!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055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592282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+mn-lt"/>
              </a:rPr>
              <a:t/>
            </a:r>
            <a:br>
              <a:rPr lang="en-US" sz="4000" dirty="0">
                <a:latin typeface="+mn-lt"/>
              </a:rPr>
            </a:br>
            <a:r>
              <a:rPr lang="en-US" sz="4000" dirty="0" smtClean="0">
                <a:latin typeface="+mn-lt"/>
              </a:rPr>
              <a:t/>
            </a:r>
            <a:br>
              <a:rPr lang="en-US" sz="4000" dirty="0" smtClean="0">
                <a:latin typeface="+mn-lt"/>
              </a:rPr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0873" y="592282"/>
            <a:ext cx="9144000" cy="6265717"/>
          </a:xfrm>
        </p:spPr>
        <p:txBody>
          <a:bodyPr>
            <a:normAutofit/>
          </a:bodyPr>
          <a:lstStyle/>
          <a:p>
            <a:r>
              <a:rPr lang="en-US" sz="2800" dirty="0" smtClean="0"/>
              <a:t>What is the query optimizer?</a:t>
            </a:r>
            <a:endParaRPr lang="en-US" sz="2800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 smtClean="0"/>
              <a:t>A </a:t>
            </a:r>
            <a:r>
              <a:rPr lang="en-US" sz="1800" dirty="0"/>
              <a:t>query optimizer is </a:t>
            </a:r>
            <a:r>
              <a:rPr lang="en-US" sz="1800" dirty="0" smtClean="0"/>
              <a:t>part of the SQL </a:t>
            </a:r>
            <a:r>
              <a:rPr lang="en-US" sz="1800" dirty="0"/>
              <a:t>S</a:t>
            </a:r>
            <a:r>
              <a:rPr lang="en-US" sz="1800" dirty="0" smtClean="0"/>
              <a:t>erver engine that (</a:t>
            </a:r>
            <a:r>
              <a:rPr lang="en-US" sz="1800" dirty="0"/>
              <a:t>SQL) queries and determines </a:t>
            </a:r>
            <a:r>
              <a:rPr lang="en-US" sz="1800" dirty="0" smtClean="0"/>
              <a:t>the most efficient </a:t>
            </a:r>
            <a:r>
              <a:rPr lang="en-US" sz="1800" dirty="0"/>
              <a:t>execution </a:t>
            </a:r>
            <a:r>
              <a:rPr lang="en-US" sz="1800" dirty="0" smtClean="0"/>
              <a:t>plan. </a:t>
            </a:r>
            <a:endParaRPr lang="en-US" sz="18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 smtClean="0"/>
              <a:t>It does this by </a:t>
            </a:r>
            <a:r>
              <a:rPr lang="en-US" sz="1800" dirty="0" smtClean="0"/>
              <a:t>optimizing each SQL statement based on statistics collected about the accessed data.</a:t>
            </a:r>
            <a:endParaRPr lang="en-US" sz="18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 smtClean="0"/>
              <a:t>The query </a:t>
            </a:r>
            <a:r>
              <a:rPr lang="en-US" sz="1800" dirty="0" smtClean="0"/>
              <a:t>optimizer then </a:t>
            </a:r>
            <a:r>
              <a:rPr lang="en-US" sz="1800" dirty="0" smtClean="0"/>
              <a:t>chooses </a:t>
            </a:r>
            <a:r>
              <a:rPr lang="en-US" sz="1800" dirty="0"/>
              <a:t>the most efficient means of executing a SQL statement. </a:t>
            </a:r>
            <a:endParaRPr lang="en-US" sz="1800" dirty="0" smtClean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     The following diagram shows the steps the query optimizer uses create the execution plan: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7309" y="3314700"/>
            <a:ext cx="3200400" cy="354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794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252</Words>
  <Application>Microsoft Office PowerPoint</Application>
  <PresentationFormat>Widescreen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What is an execution plan?</vt:lpstr>
      <vt:lpstr>   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the query optimizer? </dc:title>
  <dc:creator>rafasg61 A</dc:creator>
  <cp:lastModifiedBy>rafasg61 A</cp:lastModifiedBy>
  <cp:revision>16</cp:revision>
  <dcterms:created xsi:type="dcterms:W3CDTF">2017-10-19T00:30:31Z</dcterms:created>
  <dcterms:modified xsi:type="dcterms:W3CDTF">2017-10-19T01:32:57Z</dcterms:modified>
</cp:coreProperties>
</file>