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06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6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3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10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9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6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8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8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7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C6C03-C737-422D-A84A-78747D2B05C9}" type="datetimeFigureOut">
              <a:rPr lang="en-US" smtClean="0"/>
              <a:t>10/8/2017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5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820883" y="1839190"/>
            <a:ext cx="9445336" cy="481099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7-Point Star 23"/>
          <p:cNvSpPr/>
          <p:nvPr/>
        </p:nvSpPr>
        <p:spPr>
          <a:xfrm>
            <a:off x="8347364" y="3776868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6789"/>
            <a:ext cx="9144000" cy="667059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The many cogs of SQL performance tuning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11827"/>
            <a:ext cx="9144000" cy="5455228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THE MANY PARTS OF SQL SERVER WE NEED TO UNDERSTAND BEFORE ATTEMPTING SQL PERFORMANCE TUNING</a:t>
            </a: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7-Point Star 3"/>
          <p:cNvSpPr/>
          <p:nvPr/>
        </p:nvSpPr>
        <p:spPr>
          <a:xfrm>
            <a:off x="2835853" y="244532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7-Point Star 5"/>
          <p:cNvSpPr/>
          <p:nvPr/>
        </p:nvSpPr>
        <p:spPr>
          <a:xfrm>
            <a:off x="3309072" y="4809257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7-Point Star 6"/>
          <p:cNvSpPr/>
          <p:nvPr/>
        </p:nvSpPr>
        <p:spPr>
          <a:xfrm>
            <a:off x="4020417" y="3458439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7-Point Star 7"/>
          <p:cNvSpPr/>
          <p:nvPr/>
        </p:nvSpPr>
        <p:spPr>
          <a:xfrm>
            <a:off x="4837402" y="1988488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7-Point Star 8"/>
          <p:cNvSpPr/>
          <p:nvPr/>
        </p:nvSpPr>
        <p:spPr>
          <a:xfrm>
            <a:off x="7853796" y="244532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7-Point Star 9"/>
          <p:cNvSpPr/>
          <p:nvPr/>
        </p:nvSpPr>
        <p:spPr>
          <a:xfrm>
            <a:off x="6176098" y="2989118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7-Point Star 10"/>
          <p:cNvSpPr/>
          <p:nvPr/>
        </p:nvSpPr>
        <p:spPr>
          <a:xfrm>
            <a:off x="6792191" y="449233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7-Point Star 11"/>
          <p:cNvSpPr/>
          <p:nvPr/>
        </p:nvSpPr>
        <p:spPr>
          <a:xfrm>
            <a:off x="5290705" y="433993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476842" y="5161500"/>
            <a:ext cx="1108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Execution operators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809511" y="5084163"/>
            <a:ext cx="145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Page splitting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064860" y="2970707"/>
            <a:ext cx="111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Workload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468559" y="3541979"/>
            <a:ext cx="892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Profiler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280189" y="3990744"/>
            <a:ext cx="892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Indexes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67291" y="2991255"/>
            <a:ext cx="6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DTA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016643" y="2567193"/>
            <a:ext cx="126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FILLFACTOR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559570" y="4899497"/>
            <a:ext cx="1013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tatistics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383947" y="4423061"/>
            <a:ext cx="149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 recompiles</a:t>
            </a:r>
            <a:endParaRPr lang="en-US" dirty="0"/>
          </a:p>
        </p:txBody>
      </p:sp>
      <p:sp>
        <p:nvSpPr>
          <p:cNvPr id="26" name="7-Point Star 25"/>
          <p:cNvSpPr/>
          <p:nvPr/>
        </p:nvSpPr>
        <p:spPr>
          <a:xfrm>
            <a:off x="1927947" y="4452277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164343" y="5023776"/>
            <a:ext cx="1111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Blocking</a:t>
            </a:r>
            <a:endParaRPr lang="en-US" dirty="0"/>
          </a:p>
        </p:txBody>
      </p:sp>
      <p:sp>
        <p:nvSpPr>
          <p:cNvPr id="28" name="7-Point Star 27"/>
          <p:cNvSpPr/>
          <p:nvPr/>
        </p:nvSpPr>
        <p:spPr>
          <a:xfrm>
            <a:off x="1412949" y="302830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675102" y="3545353"/>
            <a:ext cx="116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en-US" dirty="0" smtClean="0"/>
              <a:t>ocking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45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36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</vt:lpstr>
      <vt:lpstr>Office Theme</vt:lpstr>
      <vt:lpstr>The many cogs of SQL performance tuning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many cogs of SQL performance tuning</dc:title>
  <dc:creator>rafasg61 A</dc:creator>
  <cp:lastModifiedBy>rafasg61 A</cp:lastModifiedBy>
  <cp:revision>8</cp:revision>
  <dcterms:created xsi:type="dcterms:W3CDTF">2017-10-09T04:57:32Z</dcterms:created>
  <dcterms:modified xsi:type="dcterms:W3CDTF">2017-10-09T05:09:51Z</dcterms:modified>
</cp:coreProperties>
</file>