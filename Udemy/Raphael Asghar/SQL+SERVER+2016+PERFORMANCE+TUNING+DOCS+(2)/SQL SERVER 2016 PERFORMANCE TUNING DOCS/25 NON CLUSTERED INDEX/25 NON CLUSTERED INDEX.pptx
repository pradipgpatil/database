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1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4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8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2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0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5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02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1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D2B74-CE2C-417E-AF14-523F5561F77F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C6718-FC09-43CA-A958-445181E63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9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692" y="326973"/>
            <a:ext cx="11149444" cy="543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NON CLUSTERED INDEX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A nonclustered index contains the index </a:t>
            </a:r>
            <a:r>
              <a:rPr lang="en-US" sz="1700" dirty="0" smtClean="0">
                <a:solidFill>
                  <a:srgbClr val="FF0000"/>
                </a:solidFill>
              </a:rPr>
              <a:t>key values and row locators </a:t>
            </a:r>
            <a:r>
              <a:rPr lang="en-US" sz="1700" dirty="0" smtClean="0"/>
              <a:t>that </a:t>
            </a:r>
            <a:r>
              <a:rPr lang="en-US" sz="1700" dirty="0" smtClean="0">
                <a:solidFill>
                  <a:srgbClr val="FF0000"/>
                </a:solidFill>
              </a:rPr>
              <a:t>point to the storage location </a:t>
            </a:r>
            <a:r>
              <a:rPr lang="en-US" sz="1700" dirty="0" smtClean="0"/>
              <a:t>of the table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As discussed, we can have </a:t>
            </a:r>
            <a:r>
              <a:rPr lang="en-US" sz="1700" dirty="0" smtClean="0">
                <a:solidFill>
                  <a:srgbClr val="FF0000"/>
                </a:solidFill>
              </a:rPr>
              <a:t>multiple nonclustered indexes </a:t>
            </a:r>
            <a:r>
              <a:rPr lang="en-US" sz="1700" dirty="0" smtClean="0"/>
              <a:t>on a table or indexed 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/>
              <a:t>N</a:t>
            </a:r>
            <a:r>
              <a:rPr lang="en-US" sz="1700" dirty="0" smtClean="0"/>
              <a:t>onclustered indexes should be designed for </a:t>
            </a:r>
            <a:r>
              <a:rPr lang="en-US" sz="1700" dirty="0" smtClean="0">
                <a:solidFill>
                  <a:srgbClr val="FF0000"/>
                </a:solidFill>
              </a:rPr>
              <a:t>frequently used queries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/>
              <a:t>N</a:t>
            </a:r>
            <a:r>
              <a:rPr lang="en-US" sz="1700" dirty="0" smtClean="0"/>
              <a:t>onclustered indexes are optimal choice for </a:t>
            </a:r>
            <a:r>
              <a:rPr lang="en-US" sz="1700" dirty="0" smtClean="0">
                <a:solidFill>
                  <a:srgbClr val="FF0000"/>
                </a:solidFill>
              </a:rPr>
              <a:t>EXACT match </a:t>
            </a:r>
            <a:r>
              <a:rPr lang="en-US" sz="1700" dirty="0" smtClean="0"/>
              <a:t>queries because the index contains entries describing the exact location in the table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Those tables with </a:t>
            </a:r>
            <a:r>
              <a:rPr lang="en-US" sz="1700" dirty="0" smtClean="0">
                <a:solidFill>
                  <a:srgbClr val="FF0000"/>
                </a:solidFill>
              </a:rPr>
              <a:t>low update </a:t>
            </a:r>
            <a:r>
              <a:rPr lang="en-US" sz="1700" dirty="0" smtClean="0"/>
              <a:t>requirements -</a:t>
            </a:r>
            <a:r>
              <a:rPr lang="en-US" sz="1700" dirty="0" smtClean="0"/>
              <a:t>databases that contain heavily updated tables should avoid over-indexing. </a:t>
            </a:r>
            <a:endParaRPr lang="en-US" sz="17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0000"/>
                </a:solidFill>
              </a:rPr>
              <a:t>R</a:t>
            </a:r>
            <a:r>
              <a:rPr lang="en-US" sz="1700" dirty="0" smtClean="0">
                <a:solidFill>
                  <a:srgbClr val="FF0000"/>
                </a:solidFill>
              </a:rPr>
              <a:t>ead-only data </a:t>
            </a:r>
            <a:r>
              <a:rPr lang="en-US" sz="1700" dirty="0" smtClean="0"/>
              <a:t>can benefit from many nonclustered indexes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OLTP applications and large numbers of indexes on a table affect the performance of INSERT, UPDATE, DELETE, and MERGE statements </a:t>
            </a:r>
            <a:r>
              <a:rPr lang="en-US" sz="1700" dirty="0" smtClean="0">
                <a:solidFill>
                  <a:srgbClr val="FF0000"/>
                </a:solidFill>
              </a:rPr>
              <a:t>BECAUSE all indexes must be adjusted </a:t>
            </a:r>
            <a:r>
              <a:rPr lang="en-US" sz="1700" dirty="0" smtClean="0"/>
              <a:t>appropriately as data in the table changes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Use JOIN or GROUP BY clauses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Create multiple nonclustered indexes on columns involved in join and grouping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Create a non cluster </a:t>
            </a:r>
            <a:r>
              <a:rPr lang="en-US" sz="1700" dirty="0" smtClean="0">
                <a:solidFill>
                  <a:srgbClr val="FF0000"/>
                </a:solidFill>
              </a:rPr>
              <a:t>a column(s) frequently </a:t>
            </a:r>
            <a:r>
              <a:rPr lang="en-US" sz="1700" dirty="0" smtClean="0"/>
              <a:t>involved in search conditions of a query using </a:t>
            </a:r>
            <a:r>
              <a:rPr lang="en-US" sz="1700" dirty="0" smtClean="0">
                <a:solidFill>
                  <a:srgbClr val="FF0000"/>
                </a:solidFill>
              </a:rPr>
              <a:t>WHERE clause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Create a non cluster a column(s) to </a:t>
            </a:r>
            <a:r>
              <a:rPr lang="en-US" sz="1700" dirty="0" smtClean="0">
                <a:solidFill>
                  <a:srgbClr val="FF0000"/>
                </a:solidFill>
              </a:rPr>
              <a:t>c</a:t>
            </a:r>
            <a:r>
              <a:rPr lang="en-US" sz="1700" dirty="0" smtClean="0">
                <a:solidFill>
                  <a:srgbClr val="FF0000"/>
                </a:solidFill>
              </a:rPr>
              <a:t>over the query </a:t>
            </a:r>
            <a:r>
              <a:rPr lang="en-US" sz="1700" dirty="0" smtClean="0"/>
              <a:t>(meaning if the where clause has more than one predicate, cover those columns)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When the query optimizer can locate all the column values within the index; table or clustered index data is not accessed resulting in fewer disk I/O operations.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Create non clustered on </a:t>
            </a:r>
            <a:r>
              <a:rPr lang="en-US" sz="1700" dirty="0" smtClean="0">
                <a:solidFill>
                  <a:srgbClr val="FF0000"/>
                </a:solidFill>
              </a:rPr>
              <a:t>distinct values</a:t>
            </a:r>
            <a:r>
              <a:rPr lang="en-US" sz="1700" dirty="0" smtClean="0"/>
              <a:t>, such as a combination of last name and first 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dirty="0" smtClean="0"/>
              <a:t>other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38714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241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Nonclustered Index Design </dc:title>
  <dc:creator>rafasg61 A</dc:creator>
  <cp:lastModifiedBy>rafasg61 A</cp:lastModifiedBy>
  <cp:revision>19</cp:revision>
  <dcterms:created xsi:type="dcterms:W3CDTF">2017-10-23T03:30:23Z</dcterms:created>
  <dcterms:modified xsi:type="dcterms:W3CDTF">2017-10-24T04:31:13Z</dcterms:modified>
</cp:coreProperties>
</file>