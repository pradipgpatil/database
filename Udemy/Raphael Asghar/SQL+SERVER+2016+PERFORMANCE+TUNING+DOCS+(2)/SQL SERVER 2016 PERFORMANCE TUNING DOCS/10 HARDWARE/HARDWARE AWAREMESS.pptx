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6D96C63-E551-4B36-9848-50BB95122D91}" type="datetimeFigureOut">
              <a:rPr lang="en-US" smtClean="0"/>
              <a:t>10/8/2017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CFE9E-62F4-47C2-A313-C8431C265BED}" type="slidenum">
              <a:rPr lang="en-US" smtClean="0"/>
              <a:t>‹#›</a:t>
            </a:fld>
            <a:endParaRPr lang="en-US"/>
          </a:p>
        </p:txBody>
      </p:sp>
    </p:spTree>
    <p:extLst>
      <p:ext uri="{BB962C8B-B14F-4D97-AF65-F5344CB8AC3E}">
        <p14:creationId xmlns:p14="http://schemas.microsoft.com/office/powerpoint/2010/main" val="2901279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D96C63-E551-4B36-9848-50BB95122D91}" type="datetimeFigureOut">
              <a:rPr lang="en-US" smtClean="0"/>
              <a:t>10/8/2017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CFE9E-62F4-47C2-A313-C8431C265BED}" type="slidenum">
              <a:rPr lang="en-US" smtClean="0"/>
              <a:t>‹#›</a:t>
            </a:fld>
            <a:endParaRPr lang="en-US"/>
          </a:p>
        </p:txBody>
      </p:sp>
    </p:spTree>
    <p:extLst>
      <p:ext uri="{BB962C8B-B14F-4D97-AF65-F5344CB8AC3E}">
        <p14:creationId xmlns:p14="http://schemas.microsoft.com/office/powerpoint/2010/main" val="48125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6D96C63-E551-4B36-9848-50BB95122D91}" type="datetimeFigureOut">
              <a:rPr lang="en-US" smtClean="0"/>
              <a:t>10/8/2017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CFE9E-62F4-47C2-A313-C8431C265BED}" type="slidenum">
              <a:rPr lang="en-US" smtClean="0"/>
              <a:t>‹#›</a:t>
            </a:fld>
            <a:endParaRPr lang="en-US"/>
          </a:p>
        </p:txBody>
      </p:sp>
    </p:spTree>
    <p:extLst>
      <p:ext uri="{BB962C8B-B14F-4D97-AF65-F5344CB8AC3E}">
        <p14:creationId xmlns:p14="http://schemas.microsoft.com/office/powerpoint/2010/main" val="786943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6D96C63-E551-4B36-9848-50BB95122D91}" type="datetimeFigureOut">
              <a:rPr lang="en-US" smtClean="0"/>
              <a:t>10/8/2017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3CFE9E-62F4-47C2-A313-C8431C265BED}" type="slidenum">
              <a:rPr lang="en-US" smtClean="0"/>
              <a:t>‹#›</a:t>
            </a:fld>
            <a:endParaRPr lang="en-US"/>
          </a:p>
        </p:txBody>
      </p:sp>
    </p:spTree>
    <p:extLst>
      <p:ext uri="{BB962C8B-B14F-4D97-AF65-F5344CB8AC3E}">
        <p14:creationId xmlns:p14="http://schemas.microsoft.com/office/powerpoint/2010/main" val="3960130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6D96C63-E551-4B36-9848-50BB95122D91}" type="datetimeFigureOut">
              <a:rPr lang="en-US" smtClean="0"/>
              <a:t>10/8/2017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3CFE9E-62F4-47C2-A313-C8431C265BED}" type="slidenum">
              <a:rPr lang="en-US" smtClean="0"/>
              <a:t>‹#›</a:t>
            </a:fld>
            <a:endParaRPr lang="en-US"/>
          </a:p>
        </p:txBody>
      </p:sp>
    </p:spTree>
    <p:extLst>
      <p:ext uri="{BB962C8B-B14F-4D97-AF65-F5344CB8AC3E}">
        <p14:creationId xmlns:p14="http://schemas.microsoft.com/office/powerpoint/2010/main" val="1286028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6D96C63-E551-4B36-9848-50BB95122D91}" type="datetimeFigureOut">
              <a:rPr lang="en-US" smtClean="0"/>
              <a:t>10/8/2017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3CFE9E-62F4-47C2-A313-C8431C265BED}" type="slidenum">
              <a:rPr lang="en-US" smtClean="0"/>
              <a:t>‹#›</a:t>
            </a:fld>
            <a:endParaRPr lang="en-US"/>
          </a:p>
        </p:txBody>
      </p:sp>
    </p:spTree>
    <p:extLst>
      <p:ext uri="{BB962C8B-B14F-4D97-AF65-F5344CB8AC3E}">
        <p14:creationId xmlns:p14="http://schemas.microsoft.com/office/powerpoint/2010/main" val="1450817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D96C63-E551-4B36-9848-50BB95122D91}" type="datetimeFigureOut">
              <a:rPr lang="en-US" smtClean="0"/>
              <a:t>10/8/2017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3CFE9E-62F4-47C2-A313-C8431C265BED}" type="slidenum">
              <a:rPr lang="en-US" smtClean="0"/>
              <a:t>‹#›</a:t>
            </a:fld>
            <a:endParaRPr lang="en-US"/>
          </a:p>
        </p:txBody>
      </p:sp>
    </p:spTree>
    <p:extLst>
      <p:ext uri="{BB962C8B-B14F-4D97-AF65-F5344CB8AC3E}">
        <p14:creationId xmlns:p14="http://schemas.microsoft.com/office/powerpoint/2010/main" val="239206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D96C63-E551-4B36-9848-50BB95122D91}" type="datetimeFigureOut">
              <a:rPr lang="en-US" smtClean="0"/>
              <a:t>10/8/2017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3CFE9E-62F4-47C2-A313-C8431C265BED}" type="slidenum">
              <a:rPr lang="en-US" smtClean="0"/>
              <a:t>‹#›</a:t>
            </a:fld>
            <a:endParaRPr lang="en-US"/>
          </a:p>
        </p:txBody>
      </p:sp>
    </p:spTree>
    <p:extLst>
      <p:ext uri="{BB962C8B-B14F-4D97-AF65-F5344CB8AC3E}">
        <p14:creationId xmlns:p14="http://schemas.microsoft.com/office/powerpoint/2010/main" val="1013465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D96C63-E551-4B36-9848-50BB95122D91}" type="datetimeFigureOut">
              <a:rPr lang="en-US" smtClean="0"/>
              <a:t>10/8/2017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3CFE9E-62F4-47C2-A313-C8431C265BED}" type="slidenum">
              <a:rPr lang="en-US" smtClean="0"/>
              <a:t>‹#›</a:t>
            </a:fld>
            <a:endParaRPr lang="en-US"/>
          </a:p>
        </p:txBody>
      </p:sp>
    </p:spTree>
    <p:extLst>
      <p:ext uri="{BB962C8B-B14F-4D97-AF65-F5344CB8AC3E}">
        <p14:creationId xmlns:p14="http://schemas.microsoft.com/office/powerpoint/2010/main" val="1133740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D96C63-E551-4B36-9848-50BB95122D91}" type="datetimeFigureOut">
              <a:rPr lang="en-US" smtClean="0"/>
              <a:t>10/8/2017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CFE9E-62F4-47C2-A313-C8431C265BED}" type="slidenum">
              <a:rPr lang="en-US" smtClean="0"/>
              <a:t>‹#›</a:t>
            </a:fld>
            <a:endParaRPr lang="en-US"/>
          </a:p>
        </p:txBody>
      </p:sp>
    </p:spTree>
    <p:extLst>
      <p:ext uri="{BB962C8B-B14F-4D97-AF65-F5344CB8AC3E}">
        <p14:creationId xmlns:p14="http://schemas.microsoft.com/office/powerpoint/2010/main" val="3266754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D96C63-E551-4B36-9848-50BB95122D91}" type="datetimeFigureOut">
              <a:rPr lang="en-US" smtClean="0"/>
              <a:t>10/8/2017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CFE9E-62F4-47C2-A313-C8431C265BED}" type="slidenum">
              <a:rPr lang="en-US" smtClean="0"/>
              <a:t>‹#›</a:t>
            </a:fld>
            <a:endParaRPr lang="en-US"/>
          </a:p>
        </p:txBody>
      </p:sp>
    </p:spTree>
    <p:extLst>
      <p:ext uri="{BB962C8B-B14F-4D97-AF65-F5344CB8AC3E}">
        <p14:creationId xmlns:p14="http://schemas.microsoft.com/office/powerpoint/2010/main" val="300397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D96C63-E551-4B36-9848-50BB95122D91}" type="datetimeFigureOut">
              <a:rPr lang="en-US" smtClean="0"/>
              <a:t>10/8/2017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3CFE9E-62F4-47C2-A313-C8431C265BED}" type="slidenum">
              <a:rPr lang="en-US" smtClean="0"/>
              <a:t>‹#›</a:t>
            </a:fld>
            <a:endParaRPr lang="en-US"/>
          </a:p>
        </p:txBody>
      </p:sp>
    </p:spTree>
    <p:extLst>
      <p:ext uri="{BB962C8B-B14F-4D97-AF65-F5344CB8AC3E}">
        <p14:creationId xmlns:p14="http://schemas.microsoft.com/office/powerpoint/2010/main" val="633449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6008"/>
            <a:ext cx="9144000" cy="903864"/>
          </a:xfrm>
        </p:spPr>
        <p:txBody>
          <a:bodyPr>
            <a:normAutofit fontScale="90000"/>
          </a:bodyPr>
          <a:lstStyle/>
          <a:p>
            <a:r>
              <a:rPr lang="en-US" dirty="0" smtClean="0"/>
              <a:t>HARDWARE AWAREMESS</a:t>
            </a:r>
            <a:endParaRPr lang="en-US" dirty="0"/>
          </a:p>
        </p:txBody>
      </p:sp>
      <p:sp>
        <p:nvSpPr>
          <p:cNvPr id="3" name="Subtitle 2"/>
          <p:cNvSpPr>
            <a:spLocks noGrp="1"/>
          </p:cNvSpPr>
          <p:nvPr>
            <p:ph type="subTitle" idx="1"/>
          </p:nvPr>
        </p:nvSpPr>
        <p:spPr>
          <a:xfrm>
            <a:off x="1524000" y="1548245"/>
            <a:ext cx="9144000" cy="5309755"/>
          </a:xfrm>
        </p:spPr>
        <p:txBody>
          <a:bodyPr>
            <a:normAutofit/>
          </a:bodyPr>
          <a:lstStyle/>
          <a:p>
            <a:pPr marL="342900" indent="-342900" algn="l">
              <a:buFont typeface="Arial" panose="020B0604020202020204" pitchFamily="34" charset="0"/>
              <a:buChar char="•"/>
            </a:pPr>
            <a:r>
              <a:rPr lang="en-US" dirty="0" smtClean="0"/>
              <a:t>When you talking about SQL Server performance tuning, ultimately you’re asking, ‘how can we take advantage of the hardware on the server and/or improve the hardware so that the SQL Server runs more efficiently?’  That  is not to say that we should just go out and buy faster servers to resolve the issues of performance; actually that is the last thing we should do.</a:t>
            </a:r>
          </a:p>
          <a:p>
            <a:pPr marL="342900" indent="-342900" algn="l">
              <a:buFont typeface="Arial" panose="020B0604020202020204" pitchFamily="34" charset="0"/>
              <a:buChar char="•"/>
            </a:pPr>
            <a:r>
              <a:rPr lang="en-US" dirty="0" smtClean="0"/>
              <a:t>But an understanding of what the basic main physical hardware of a server does helps us greatly tuning the SQL server.  The four main devices we should be aware of are as follows:</a:t>
            </a:r>
          </a:p>
          <a:p>
            <a:pPr marL="342900" indent="-342900" algn="l">
              <a:buFont typeface="Arial" panose="020B0604020202020204" pitchFamily="34" charset="0"/>
              <a:buChar char="•"/>
            </a:pPr>
            <a:endParaRPr lang="en-US" dirty="0"/>
          </a:p>
          <a:p>
            <a:pPr marL="800100" lvl="1" indent="-342900" algn="l">
              <a:buFont typeface="Arial" panose="020B0604020202020204" pitchFamily="34" charset="0"/>
              <a:buChar char="•"/>
            </a:pPr>
            <a:r>
              <a:rPr lang="en-US" dirty="0" smtClean="0"/>
              <a:t>Disks - the repository of the data</a:t>
            </a:r>
          </a:p>
          <a:p>
            <a:pPr marL="800100" lvl="1" indent="-342900" algn="l">
              <a:buFont typeface="Arial" panose="020B0604020202020204" pitchFamily="34" charset="0"/>
              <a:buChar char="•"/>
            </a:pPr>
            <a:r>
              <a:rPr lang="en-US" dirty="0" smtClean="0"/>
              <a:t>CPU (central processing unit) - the ‘brains of the server’</a:t>
            </a:r>
            <a:endParaRPr lang="en-US" dirty="0" smtClean="0"/>
          </a:p>
          <a:p>
            <a:pPr marL="800100" lvl="1" indent="-342900" algn="l">
              <a:buFont typeface="Arial" panose="020B0604020202020204" pitchFamily="34" charset="0"/>
              <a:buChar char="•"/>
            </a:pPr>
            <a:r>
              <a:rPr lang="en-US" dirty="0" smtClean="0"/>
              <a:t>Memory - the main holder of ‘temporary data’</a:t>
            </a:r>
          </a:p>
          <a:p>
            <a:pPr marL="800100" lvl="1" indent="-342900" algn="l">
              <a:buFont typeface="Arial" panose="020B0604020202020204" pitchFamily="34" charset="0"/>
              <a:buChar char="•"/>
            </a:pPr>
            <a:r>
              <a:rPr lang="en-US" dirty="0" smtClean="0"/>
              <a:t>Network – the communication between the network and the servers</a:t>
            </a:r>
          </a:p>
          <a:p>
            <a:pPr algn="l"/>
            <a:endParaRPr lang="en-US" dirty="0" smtClean="0"/>
          </a:p>
          <a:p>
            <a:pPr algn="l"/>
            <a:endParaRPr lang="en-US" dirty="0"/>
          </a:p>
          <a:p>
            <a:pPr algn="l"/>
            <a:endParaRPr lang="en-US" dirty="0"/>
          </a:p>
        </p:txBody>
      </p:sp>
    </p:spTree>
    <p:extLst>
      <p:ext uri="{BB962C8B-B14F-4D97-AF65-F5344CB8AC3E}">
        <p14:creationId xmlns:p14="http://schemas.microsoft.com/office/powerpoint/2010/main" val="510008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7181"/>
            <a:ext cx="9144000" cy="1028555"/>
          </a:xfrm>
        </p:spPr>
        <p:txBody>
          <a:bodyPr/>
          <a:lstStyle/>
          <a:p>
            <a:r>
              <a:rPr lang="en-US" dirty="0" smtClean="0"/>
              <a:t>Hard drive disk</a:t>
            </a:r>
            <a:endParaRPr lang="en-US" dirty="0"/>
          </a:p>
        </p:txBody>
      </p:sp>
      <p:sp>
        <p:nvSpPr>
          <p:cNvPr id="3" name="Subtitle 2"/>
          <p:cNvSpPr>
            <a:spLocks noGrp="1"/>
          </p:cNvSpPr>
          <p:nvPr>
            <p:ph type="subTitle" idx="1"/>
          </p:nvPr>
        </p:nvSpPr>
        <p:spPr>
          <a:xfrm>
            <a:off x="1524000" y="1080655"/>
            <a:ext cx="9144000" cy="5631872"/>
          </a:xfrm>
        </p:spPr>
        <p:txBody>
          <a:bodyPr/>
          <a:lstStyle/>
          <a:p>
            <a:r>
              <a:rPr lang="en-US" dirty="0" smtClean="0"/>
              <a:t>The device that controls the positioning, reading and writing of the hard disk and stores data. The arm slides back and forth for data retrieval.  One of the more important device to tuning and monitor</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0186" y="2265218"/>
            <a:ext cx="7131627" cy="4592782"/>
          </a:xfrm>
          <a:prstGeom prst="rect">
            <a:avLst/>
          </a:prstGeom>
        </p:spPr>
      </p:pic>
    </p:spTree>
    <p:extLst>
      <p:ext uri="{BB962C8B-B14F-4D97-AF65-F5344CB8AC3E}">
        <p14:creationId xmlns:p14="http://schemas.microsoft.com/office/powerpoint/2010/main" val="610559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Segoe UI" panose="020B0502040204020203" pitchFamily="34" charset="0"/>
                <a:cs typeface="Segoe UI" panose="020B0502040204020203" pitchFamily="34" charset="0"/>
              </a:rPr>
              <a:t>The CPU (Central Processing Unit</a:t>
            </a:r>
            <a:endParaRPr lang="en-US" dirty="0">
              <a:latin typeface="+mn-lt"/>
            </a:endParaRPr>
          </a:p>
        </p:txBody>
      </p:sp>
      <p:sp>
        <p:nvSpPr>
          <p:cNvPr id="3" name="Content Placeholder 2"/>
          <p:cNvSpPr>
            <a:spLocks noGrp="1"/>
          </p:cNvSpPr>
          <p:nvPr>
            <p:ph idx="1"/>
          </p:nvPr>
        </p:nvSpPr>
        <p:spPr/>
        <p:txBody>
          <a:bodyPr>
            <a:normAutofit/>
          </a:bodyPr>
          <a:lstStyle/>
          <a:p>
            <a:r>
              <a:rPr lang="en-US" sz="1800" dirty="0">
                <a:latin typeface="Segoe UI" panose="020B0502040204020203" pitchFamily="34" charset="0"/>
                <a:cs typeface="Segoe UI" panose="020B0502040204020203" pitchFamily="34" charset="0"/>
              </a:rPr>
              <a:t>The CPU (Central Processing Unit) is the part of a computer system that is commonly referred to as the "brains" of a computer. The CPU is also known as the processor or microprocessor. The CPU is responsible for executing a sequence of stored instructions called a program.</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99163" y="2981181"/>
            <a:ext cx="4793673" cy="3195782"/>
          </a:xfrm>
          <a:prstGeom prst="rect">
            <a:avLst/>
          </a:prstGeom>
        </p:spPr>
      </p:pic>
    </p:spTree>
    <p:extLst>
      <p:ext uri="{BB962C8B-B14F-4D97-AF65-F5344CB8AC3E}">
        <p14:creationId xmlns:p14="http://schemas.microsoft.com/office/powerpoint/2010/main" val="149693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92427"/>
            <a:ext cx="9144000" cy="1028555"/>
          </a:xfrm>
        </p:spPr>
        <p:txBody>
          <a:bodyPr/>
          <a:lstStyle/>
          <a:p>
            <a:r>
              <a:rPr lang="en-US" dirty="0" smtClean="0">
                <a:latin typeface="Segoe UI" panose="020B0502040204020203" pitchFamily="34" charset="0"/>
                <a:cs typeface="Segoe UI" panose="020B0502040204020203" pitchFamily="34" charset="0"/>
              </a:rPr>
              <a:t>Memory</a:t>
            </a:r>
            <a:endParaRPr lang="en-US" dirty="0">
              <a:latin typeface="Segoe UI" panose="020B0502040204020203" pitchFamily="34" charset="0"/>
              <a:cs typeface="Segoe UI" panose="020B0502040204020203" pitchFamily="34" charset="0"/>
            </a:endParaRPr>
          </a:p>
        </p:txBody>
      </p:sp>
      <p:sp>
        <p:nvSpPr>
          <p:cNvPr id="3" name="Subtitle 2"/>
          <p:cNvSpPr>
            <a:spLocks noGrp="1"/>
          </p:cNvSpPr>
          <p:nvPr>
            <p:ph type="subTitle" idx="1"/>
          </p:nvPr>
        </p:nvSpPr>
        <p:spPr>
          <a:xfrm>
            <a:off x="1524000" y="1756064"/>
            <a:ext cx="9144000" cy="5101936"/>
          </a:xfrm>
        </p:spPr>
        <p:txBody>
          <a:bodyPr/>
          <a:lstStyle/>
          <a:p>
            <a:pPr algn="l"/>
            <a:r>
              <a:rPr lang="en-US" dirty="0">
                <a:latin typeface="Segoe UI" panose="020B0502040204020203" pitchFamily="34" charset="0"/>
                <a:cs typeface="Segoe UI" panose="020B0502040204020203" pitchFamily="34" charset="0"/>
              </a:rPr>
              <a:t>Computer memory is any physical device capable of storing information temporarily or permanently. For example, Random Access Memory (RAM), is a volatile memory that stores information on an integrated circuit used by the operating </a:t>
            </a:r>
            <a:r>
              <a:rPr lang="en-US" dirty="0" smtClean="0">
                <a:latin typeface="Segoe UI" panose="020B0502040204020203" pitchFamily="34" charset="0"/>
                <a:cs typeface="Segoe UI" panose="020B0502040204020203" pitchFamily="34" charset="0"/>
              </a:rPr>
              <a:t>system and software</a:t>
            </a:r>
          </a:p>
          <a:p>
            <a:pPr algn="l"/>
            <a:endParaRPr lang="en-US" dirty="0">
              <a:latin typeface="Segoe UI" panose="020B0502040204020203" pitchFamily="34" charset="0"/>
              <a:cs typeface="Segoe UI" panose="020B0502040204020203" pitchFamily="34" charset="0"/>
            </a:endParaRPr>
          </a:p>
          <a:p>
            <a:pPr algn="l"/>
            <a:endParaRPr lang="en-US" dirty="0">
              <a:latin typeface="Segoe UI" panose="020B0502040204020203" pitchFamily="34" charset="0"/>
              <a:cs typeface="Segoe UI" panose="020B0502040204020203"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7873" y="3819525"/>
            <a:ext cx="3810000" cy="3038475"/>
          </a:xfrm>
          <a:prstGeom prst="rect">
            <a:avLst/>
          </a:prstGeom>
        </p:spPr>
      </p:pic>
    </p:spTree>
    <p:extLst>
      <p:ext uri="{BB962C8B-B14F-4D97-AF65-F5344CB8AC3E}">
        <p14:creationId xmlns:p14="http://schemas.microsoft.com/office/powerpoint/2010/main" val="1941622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7736"/>
            <a:ext cx="9144000" cy="997382"/>
          </a:xfrm>
        </p:spPr>
        <p:txBody>
          <a:bodyPr/>
          <a:lstStyle/>
          <a:p>
            <a:r>
              <a:rPr lang="en-US" dirty="0" smtClean="0">
                <a:latin typeface="Segoe UI" panose="020B0502040204020203" pitchFamily="34" charset="0"/>
                <a:cs typeface="Segoe UI" panose="020B0502040204020203" pitchFamily="34" charset="0"/>
              </a:rPr>
              <a:t>Network Interface Card</a:t>
            </a:r>
            <a:endParaRPr lang="en-US" dirty="0"/>
          </a:p>
        </p:txBody>
      </p:sp>
      <p:sp>
        <p:nvSpPr>
          <p:cNvPr id="3" name="Subtitle 2"/>
          <p:cNvSpPr>
            <a:spLocks noGrp="1"/>
          </p:cNvSpPr>
          <p:nvPr>
            <p:ph type="subTitle" idx="1"/>
          </p:nvPr>
        </p:nvSpPr>
        <p:spPr>
          <a:xfrm>
            <a:off x="1524000" y="1465118"/>
            <a:ext cx="9144000" cy="3792682"/>
          </a:xfrm>
        </p:spPr>
        <p:txBody>
          <a:bodyPr/>
          <a:lstStyle/>
          <a:p>
            <a:pPr algn="l"/>
            <a:r>
              <a:rPr lang="en-US" dirty="0">
                <a:latin typeface="Segoe UI" panose="020B0502040204020203" pitchFamily="34" charset="0"/>
                <a:cs typeface="Segoe UI" panose="020B0502040204020203" pitchFamily="34" charset="0"/>
              </a:rPr>
              <a:t>Short for Network Interface Card, the NIC is also referred to as an Ethernet card and network adapter. It is an expansion card that enables a computer to connect to a network; such as a home </a:t>
            </a:r>
            <a:r>
              <a:rPr lang="en-US" dirty="0" smtClean="0">
                <a:latin typeface="Segoe UI" panose="020B0502040204020203" pitchFamily="34" charset="0"/>
                <a:cs typeface="Segoe UI" panose="020B0502040204020203" pitchFamily="34" charset="0"/>
              </a:rPr>
              <a:t>network</a:t>
            </a:r>
          </a:p>
          <a:p>
            <a:pPr algn="l"/>
            <a:endParaRPr lang="en-US" dirty="0">
              <a:latin typeface="Segoe UI" panose="020B0502040204020203" pitchFamily="34" charset="0"/>
              <a:cs typeface="Segoe UI" panose="020B0502040204020203"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5886" y="3283526"/>
            <a:ext cx="4820227" cy="3320473"/>
          </a:xfrm>
          <a:prstGeom prst="rect">
            <a:avLst/>
          </a:prstGeom>
        </p:spPr>
      </p:pic>
    </p:spTree>
    <p:extLst>
      <p:ext uri="{BB962C8B-B14F-4D97-AF65-F5344CB8AC3E}">
        <p14:creationId xmlns:p14="http://schemas.microsoft.com/office/powerpoint/2010/main" val="1622067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334</Words>
  <Application>Microsoft Office PowerPoint</Application>
  <PresentationFormat>Widescreen</PresentationFormat>
  <Paragraphs>17</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Segoe UI</vt:lpstr>
      <vt:lpstr>Office Theme</vt:lpstr>
      <vt:lpstr>HARDWARE AWAREMESS</vt:lpstr>
      <vt:lpstr>Hard drive disk</vt:lpstr>
      <vt:lpstr>The CPU (Central Processing Unit</vt:lpstr>
      <vt:lpstr>Memory</vt:lpstr>
      <vt:lpstr>Network Interface Card</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HARDWARE AWAREMESS</dc:title>
  <dc:creator>rafasg61 A</dc:creator>
  <cp:lastModifiedBy>rafasg61 A</cp:lastModifiedBy>
  <cp:revision>17</cp:revision>
  <dcterms:created xsi:type="dcterms:W3CDTF">2017-10-08T20:52:46Z</dcterms:created>
  <dcterms:modified xsi:type="dcterms:W3CDTF">2017-10-08T21:20:21Z</dcterms:modified>
</cp:coreProperties>
</file>