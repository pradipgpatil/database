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6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7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9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6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8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7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2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4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9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C774-92F5-499E-9EEA-BCC01C21DC82}" type="datetimeFigureOut">
              <a:rPr lang="en-US" smtClean="0"/>
              <a:t>11/5/2017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B9559-4081-405B-8DF2-951E6214A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3272"/>
            <a:ext cx="9144000" cy="66487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What is deadlock?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48145"/>
            <a:ext cx="9144000" cy="276398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Note </a:t>
            </a:r>
            <a:r>
              <a:rPr lang="en-US" sz="1400" dirty="0" smtClean="0"/>
              <a:t>in the previous video, </a:t>
            </a:r>
            <a:r>
              <a:rPr lang="en-US" sz="1400" dirty="0" smtClean="0">
                <a:solidFill>
                  <a:srgbClr val="FF0000"/>
                </a:solidFill>
              </a:rPr>
              <a:t>the blocking had to WAIT </a:t>
            </a:r>
            <a:r>
              <a:rPr lang="en-US" sz="1400" dirty="0" smtClean="0"/>
              <a:t>for user 1 to finish the update before user 2 could update the table, but the </a:t>
            </a:r>
            <a:r>
              <a:rPr lang="en-US" sz="1400" dirty="0" smtClean="0">
                <a:solidFill>
                  <a:srgbClr val="FF0000"/>
                </a:solidFill>
              </a:rPr>
              <a:t>SQL server DID NOT KILL the session.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Deadlock </a:t>
            </a:r>
            <a:r>
              <a:rPr lang="en-US" sz="1400" dirty="0"/>
              <a:t>occurs </a:t>
            </a:r>
            <a:r>
              <a:rPr lang="en-US" sz="1400" dirty="0" smtClean="0"/>
              <a:t>when two or more transactions have a resource locked and the other session is requesting the </a:t>
            </a:r>
            <a:r>
              <a:rPr lang="en-US" sz="1400" smtClean="0"/>
              <a:t>locked session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 the example below, spid 1 has a (X) on resource 1, spid 2 has a (X) on resource 2 and both are requesting locks on each others’ resources: this </a:t>
            </a:r>
            <a:r>
              <a:rPr lang="en-US" sz="1400" dirty="0"/>
              <a:t>circular chain will generate the deadlock 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is not </a:t>
            </a:r>
            <a:r>
              <a:rPr lang="en-US" sz="1400" dirty="0"/>
              <a:t>be </a:t>
            </a:r>
            <a:r>
              <a:rPr lang="en-US" sz="1400" dirty="0" smtClean="0"/>
              <a:t>resolved </a:t>
            </a:r>
            <a:r>
              <a:rPr lang="en-US" sz="1400" dirty="0"/>
              <a:t>by </a:t>
            </a:r>
            <a:r>
              <a:rPr lang="en-US" sz="1400" dirty="0" smtClean="0"/>
              <a:t>waiting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 cases like this, SQL </a:t>
            </a:r>
            <a:r>
              <a:rPr lang="en-US" sz="1400" dirty="0"/>
              <a:t>server </a:t>
            </a:r>
            <a:r>
              <a:rPr lang="en-US" sz="1400" dirty="0" smtClean="0"/>
              <a:t>detect </a:t>
            </a:r>
            <a:r>
              <a:rPr lang="en-US" sz="1400" dirty="0"/>
              <a:t>deadlocks and </a:t>
            </a:r>
            <a:r>
              <a:rPr lang="en-US" sz="1400" dirty="0" smtClean="0"/>
              <a:t>declares </a:t>
            </a:r>
            <a:r>
              <a:rPr lang="en-US" sz="1400" dirty="0"/>
              <a:t>one of the process as deadlock victim and kills that </a:t>
            </a:r>
            <a:r>
              <a:rPr lang="en-US" sz="1400" dirty="0" smtClean="0"/>
              <a:t>process.  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989568" y="4119113"/>
            <a:ext cx="2202873" cy="17664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89567" y="4633363"/>
            <a:ext cx="2202873" cy="10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989566" y="5364425"/>
            <a:ext cx="2202873" cy="10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61677" y="4258543"/>
            <a:ext cx="81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spid 1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3407394" y="4863840"/>
            <a:ext cx="154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X held on resource 1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3132305" y="5483028"/>
            <a:ext cx="2060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Lock requested on resource 2</a:t>
            </a:r>
            <a:endParaRPr lang="en-US"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6365249" y="4101370"/>
            <a:ext cx="2202873" cy="17664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6365248" y="4615620"/>
            <a:ext cx="2202873" cy="10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365247" y="5346682"/>
            <a:ext cx="2202873" cy="10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37358" y="4240800"/>
            <a:ext cx="81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spid 2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6783075" y="4846097"/>
            <a:ext cx="154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X held on resource 2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6507986" y="5465285"/>
            <a:ext cx="2060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Lock requested on resource 1</a:t>
            </a:r>
            <a:endParaRPr lang="en-US" sz="1200" dirty="0"/>
          </a:p>
        </p:txBody>
      </p:sp>
      <p:sp>
        <p:nvSpPr>
          <p:cNvPr id="23" name="Curved Up Arrow 22"/>
          <p:cNvSpPr/>
          <p:nvPr/>
        </p:nvSpPr>
        <p:spPr>
          <a:xfrm>
            <a:off x="4249882" y="6192982"/>
            <a:ext cx="3158836" cy="51954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Curved Down Arrow 23"/>
          <p:cNvSpPr/>
          <p:nvPr/>
        </p:nvSpPr>
        <p:spPr>
          <a:xfrm>
            <a:off x="4249882" y="3279839"/>
            <a:ext cx="3158836" cy="52691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92249" y="3552832"/>
            <a:ext cx="12157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Wait on resource 1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5292249" y="6324277"/>
            <a:ext cx="12157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Wait on resource 2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1704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166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What is deadlock?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deadlock?</dc:title>
  <dc:creator>rafasg61 A</dc:creator>
  <cp:lastModifiedBy>rafasg61 A</cp:lastModifiedBy>
  <cp:revision>17</cp:revision>
  <dcterms:created xsi:type="dcterms:W3CDTF">2017-11-05T18:50:26Z</dcterms:created>
  <dcterms:modified xsi:type="dcterms:W3CDTF">2017-11-05T23:43:27Z</dcterms:modified>
</cp:coreProperties>
</file>