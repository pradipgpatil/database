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34E30-80FB-4AEA-A200-998DE165E582}" type="datetimeFigureOut">
              <a:rPr lang="en-US" smtClean="0"/>
              <a:t>11/4/2017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83FE9-A5CA-4730-8CC3-16DDFDFA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634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34E30-80FB-4AEA-A200-998DE165E582}" type="datetimeFigureOut">
              <a:rPr lang="en-US" smtClean="0"/>
              <a:t>11/4/2017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83FE9-A5CA-4730-8CC3-16DDFDFA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09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34E30-80FB-4AEA-A200-998DE165E582}" type="datetimeFigureOut">
              <a:rPr lang="en-US" smtClean="0"/>
              <a:t>11/4/2017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83FE9-A5CA-4730-8CC3-16DDFDFA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656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34E30-80FB-4AEA-A200-998DE165E582}" type="datetimeFigureOut">
              <a:rPr lang="en-US" smtClean="0"/>
              <a:t>11/4/2017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83FE9-A5CA-4730-8CC3-16DDFDFA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23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34E30-80FB-4AEA-A200-998DE165E582}" type="datetimeFigureOut">
              <a:rPr lang="en-US" smtClean="0"/>
              <a:t>11/4/2017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83FE9-A5CA-4730-8CC3-16DDFDFA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6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34E30-80FB-4AEA-A200-998DE165E582}" type="datetimeFigureOut">
              <a:rPr lang="en-US" smtClean="0"/>
              <a:t>11/4/2017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83FE9-A5CA-4730-8CC3-16DDFDFA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244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34E30-80FB-4AEA-A200-998DE165E582}" type="datetimeFigureOut">
              <a:rPr lang="en-US" smtClean="0"/>
              <a:t>11/4/2017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83FE9-A5CA-4730-8CC3-16DDFDFA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424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34E30-80FB-4AEA-A200-998DE165E582}" type="datetimeFigureOut">
              <a:rPr lang="en-US" smtClean="0"/>
              <a:t>11/4/2017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83FE9-A5CA-4730-8CC3-16DDFDFA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3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34E30-80FB-4AEA-A200-998DE165E582}" type="datetimeFigureOut">
              <a:rPr lang="en-US" smtClean="0"/>
              <a:t>11/4/2017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83FE9-A5CA-4730-8CC3-16DDFDFA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184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34E30-80FB-4AEA-A200-998DE165E582}" type="datetimeFigureOut">
              <a:rPr lang="en-US" smtClean="0"/>
              <a:t>11/4/2017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83FE9-A5CA-4730-8CC3-16DDFDFA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95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34E30-80FB-4AEA-A200-998DE165E582}" type="datetimeFigureOut">
              <a:rPr lang="en-US" smtClean="0"/>
              <a:t>11/4/2017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83FE9-A5CA-4730-8CC3-16DDFDFA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560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34E30-80FB-4AEA-A200-998DE165E582}" type="datetimeFigureOut">
              <a:rPr lang="en-US" smtClean="0"/>
              <a:t>11/4/2017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83FE9-A5CA-4730-8CC3-16DDFDFA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5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98027" y="1880755"/>
            <a:ext cx="2337955" cy="32523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782540" y="3410589"/>
            <a:ext cx="997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NAMES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976746" y="3016919"/>
            <a:ext cx="2286000" cy="7873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9071263" y="2992581"/>
            <a:ext cx="2286000" cy="7873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783040" y="3223553"/>
            <a:ext cx="862445" cy="37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User 2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688523" y="3199215"/>
            <a:ext cx="862445" cy="37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User 1</a:t>
            </a:r>
            <a:endParaRPr lang="en-US" dirty="0"/>
          </a:p>
        </p:txBody>
      </p:sp>
      <p:sp>
        <p:nvSpPr>
          <p:cNvPr id="9" name="Right Arrow 8"/>
          <p:cNvSpPr/>
          <p:nvPr/>
        </p:nvSpPr>
        <p:spPr>
          <a:xfrm>
            <a:off x="3578802" y="3240179"/>
            <a:ext cx="936913" cy="3550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10800000">
            <a:off x="7818294" y="3240179"/>
            <a:ext cx="936913" cy="35507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847236" y="2607860"/>
            <a:ext cx="5299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/>
              <a:t>x</a:t>
            </a:r>
            <a:endParaRPr lang="en-US" sz="4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626927" y="2138500"/>
            <a:ext cx="161492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BLOCKED TRANSACTION.</a:t>
            </a:r>
          </a:p>
          <a:p>
            <a:pPr algn="ctr"/>
            <a:r>
              <a:rPr lang="en-US" sz="1100" dirty="0" smtClean="0"/>
              <a:t>THIS TRANSACTION WILL WAIT UNTIL USER 1 HAS RELEASED ITS EXCLUSIVE LOCK ON UPDATING</a:t>
            </a:r>
            <a:endParaRPr lang="en-US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3262746" y="3640288"/>
            <a:ext cx="175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EXCLUSIVE LOCK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335982" y="1880755"/>
            <a:ext cx="290945" cy="32523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148446" y="4000670"/>
            <a:ext cx="19275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USER 1 HAS AQUIRED AN EXCLUSIVE LOCK SO THAT IT CAN UPDATE NAMES TABLE</a:t>
            </a:r>
            <a:endParaRPr lang="en-US" sz="1100" dirty="0"/>
          </a:p>
        </p:txBody>
      </p:sp>
      <p:sp>
        <p:nvSpPr>
          <p:cNvPr id="16" name="TextBox 15"/>
          <p:cNvSpPr txBox="1"/>
          <p:nvPr/>
        </p:nvSpPr>
        <p:spPr>
          <a:xfrm>
            <a:off x="1958686" y="1184564"/>
            <a:ext cx="322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053203" y="1174173"/>
            <a:ext cx="322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888673" y="5525524"/>
            <a:ext cx="70658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Blocking occurs when one SPID </a:t>
            </a:r>
            <a:r>
              <a:rPr lang="en-US" dirty="0" smtClean="0">
                <a:solidFill>
                  <a:srgbClr val="FF0000"/>
                </a:solidFill>
              </a:rPr>
              <a:t>(SPID 1) holds a lock </a:t>
            </a:r>
            <a:r>
              <a:rPr lang="en-US" dirty="0" smtClean="0"/>
              <a:t>on a specific resource and a second SPID </a:t>
            </a:r>
            <a:r>
              <a:rPr lang="en-US" dirty="0" smtClean="0">
                <a:solidFill>
                  <a:srgbClr val="FF0000"/>
                </a:solidFill>
              </a:rPr>
              <a:t>(SPID 2) attempts to acquire </a:t>
            </a:r>
            <a:r>
              <a:rPr lang="en-US" dirty="0" smtClean="0"/>
              <a:t>a conflicting lock type on </a:t>
            </a:r>
            <a:r>
              <a:rPr lang="en-US" dirty="0" smtClean="0">
                <a:solidFill>
                  <a:srgbClr val="FF0000"/>
                </a:solidFill>
              </a:rPr>
              <a:t>the same resource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720562" y="3986555"/>
            <a:ext cx="798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SPID 1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9923317" y="4009620"/>
            <a:ext cx="798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SPID 2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660323" y="370657"/>
            <a:ext cx="3860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What is blocking?</a:t>
            </a:r>
            <a:endParaRPr lang="en-US" sz="4000" dirty="0"/>
          </a:p>
        </p:txBody>
      </p:sp>
      <p:sp>
        <p:nvSpPr>
          <p:cNvPr id="23" name="TextBox 22"/>
          <p:cNvSpPr txBox="1"/>
          <p:nvPr/>
        </p:nvSpPr>
        <p:spPr>
          <a:xfrm>
            <a:off x="5824105" y="1527464"/>
            <a:ext cx="1194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132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86100" y="1579418"/>
            <a:ext cx="44680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SCRIPT TO FIND OPEN TRANSACTIONS</a:t>
            </a:r>
          </a:p>
          <a:p>
            <a:pPr algn="ctr"/>
            <a:endParaRPr lang="en-US" sz="2400" dirty="0" smtClean="0"/>
          </a:p>
          <a:p>
            <a:endParaRPr lang="en-US" dirty="0" smtClean="0"/>
          </a:p>
          <a:p>
            <a:r>
              <a:rPr lang="en-US" dirty="0" smtClean="0"/>
              <a:t>SELECT SP.SPID,[TEXT] as SQLCode FROM SYS.SYSPROCESSES SP</a:t>
            </a:r>
          </a:p>
          <a:p>
            <a:r>
              <a:rPr lang="en-US" dirty="0" smtClean="0"/>
              <a:t>CROSS APPLY SYS.DM_EXEC_SQL_TEXT(SP.[SQL_HANDLE])AS DEST WHERE OPEN_TRAN &gt;=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808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112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blocking</dc:title>
  <dc:creator>rafasg61 A</dc:creator>
  <cp:lastModifiedBy>rafasg61 A</cp:lastModifiedBy>
  <cp:revision>19</cp:revision>
  <dcterms:created xsi:type="dcterms:W3CDTF">2017-11-05T06:36:56Z</dcterms:created>
  <dcterms:modified xsi:type="dcterms:W3CDTF">2017-11-05T08:45:45Z</dcterms:modified>
</cp:coreProperties>
</file>