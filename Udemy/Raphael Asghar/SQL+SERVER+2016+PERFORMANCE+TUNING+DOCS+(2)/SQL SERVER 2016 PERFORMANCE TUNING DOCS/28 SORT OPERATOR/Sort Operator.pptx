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1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01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6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0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3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8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5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7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4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9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BAB19-F6D8-40A1-8E8B-EAAB8E5E5100}" type="datetimeFigureOut">
              <a:rPr lang="en-US" smtClean="0"/>
              <a:t>10/26/2017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9F58E-51AD-487D-9AB5-70AFD4C6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509010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+mn-lt"/>
              </a:rPr>
              <a:t>Sort Operator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84564"/>
            <a:ext cx="9144000" cy="5507182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The SORT operator sorts all rows received by the operator into order.</a:t>
            </a:r>
            <a:endParaRPr lang="en-US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When you view the </a:t>
            </a:r>
            <a:r>
              <a:rPr lang="en-US" sz="2000" dirty="0" smtClean="0"/>
              <a:t>SORT </a:t>
            </a:r>
            <a:r>
              <a:rPr lang="en-US" sz="2000" dirty="0" smtClean="0"/>
              <a:t>operator, it can be advisable to get rid for that operator in the execution plan as it can be expensive both in memory and on disk and can cause performance issues.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So having said that, how you can improve the performance of your queries by avoiding the sorting operation?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The easiest way to avoid a SORT is by creating an Index.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As we know, indexes are ordered by the columns so that , if you create an index covering your query, the Query Optimizer identifies this index and uses it to avoid a SORT operation.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9628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Sort Operator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 Operator</dc:title>
  <dc:creator>rafasg61 A</dc:creator>
  <cp:lastModifiedBy>rafasg61 A</cp:lastModifiedBy>
  <cp:revision>6</cp:revision>
  <dcterms:created xsi:type="dcterms:W3CDTF">2017-10-26T23:45:41Z</dcterms:created>
  <dcterms:modified xsi:type="dcterms:W3CDTF">2017-10-27T00:04:41Z</dcterms:modified>
</cp:coreProperties>
</file>