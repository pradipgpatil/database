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31" autoAdjust="0"/>
    <p:restoredTop sz="94660"/>
  </p:normalViewPr>
  <p:slideViewPr>
    <p:cSldViewPr snapToGrid="0">
      <p:cViewPr>
        <p:scale>
          <a:sx n="90" d="100"/>
          <a:sy n="90" d="100"/>
        </p:scale>
        <p:origin x="5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3F437-E6FF-467F-8D40-EAD01BDE5275}" type="datetimeFigureOut">
              <a:rPr lang="en-US" smtClean="0"/>
              <a:t>10/19/2017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5D93-1493-4BE2-89A6-EB9AB3ACA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54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3F437-E6FF-467F-8D40-EAD01BDE5275}" type="datetimeFigureOut">
              <a:rPr lang="en-US" smtClean="0"/>
              <a:t>10/19/2017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5D93-1493-4BE2-89A6-EB9AB3ACA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18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3F437-E6FF-467F-8D40-EAD01BDE5275}" type="datetimeFigureOut">
              <a:rPr lang="en-US" smtClean="0"/>
              <a:t>10/19/2017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5D93-1493-4BE2-89A6-EB9AB3ACA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797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3F437-E6FF-467F-8D40-EAD01BDE5275}" type="datetimeFigureOut">
              <a:rPr lang="en-US" smtClean="0"/>
              <a:t>10/19/2017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5D93-1493-4BE2-89A6-EB9AB3ACA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333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3F437-E6FF-467F-8D40-EAD01BDE5275}" type="datetimeFigureOut">
              <a:rPr lang="en-US" smtClean="0"/>
              <a:t>10/19/2017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5D93-1493-4BE2-89A6-EB9AB3ACA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963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3F437-E6FF-467F-8D40-EAD01BDE5275}" type="datetimeFigureOut">
              <a:rPr lang="en-US" smtClean="0"/>
              <a:t>10/19/2017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5D93-1493-4BE2-89A6-EB9AB3ACA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462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3F437-E6FF-467F-8D40-EAD01BDE5275}" type="datetimeFigureOut">
              <a:rPr lang="en-US" smtClean="0"/>
              <a:t>10/19/2017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5D93-1493-4BE2-89A6-EB9AB3ACA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291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3F437-E6FF-467F-8D40-EAD01BDE5275}" type="datetimeFigureOut">
              <a:rPr lang="en-US" smtClean="0"/>
              <a:t>10/19/2017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5D93-1493-4BE2-89A6-EB9AB3ACA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37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3F437-E6FF-467F-8D40-EAD01BDE5275}" type="datetimeFigureOut">
              <a:rPr lang="en-US" smtClean="0"/>
              <a:t>10/19/2017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5D93-1493-4BE2-89A6-EB9AB3ACA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569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3F437-E6FF-467F-8D40-EAD01BDE5275}" type="datetimeFigureOut">
              <a:rPr lang="en-US" smtClean="0"/>
              <a:t>10/19/2017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5D93-1493-4BE2-89A6-EB9AB3ACA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269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3F437-E6FF-467F-8D40-EAD01BDE5275}" type="datetimeFigureOut">
              <a:rPr lang="en-US" smtClean="0"/>
              <a:t>10/19/2017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5D93-1493-4BE2-89A6-EB9AB3ACA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461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3F437-E6FF-467F-8D40-EAD01BDE5275}" type="datetimeFigureOut">
              <a:rPr lang="en-US" smtClean="0"/>
              <a:t>10/19/2017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75D93-1493-4BE2-89A6-EB9AB3ACA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43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technet.microsoft.com/en-us/library/ms175913(v=sql.105).aspx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9382"/>
            <a:ext cx="9144000" cy="633845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+mn-lt"/>
              </a:rPr>
              <a:t> Execution Plan Videos What we will cover</a:t>
            </a:r>
            <a:endParaRPr lang="en-US" sz="28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883227"/>
            <a:ext cx="9144000" cy="5974773"/>
          </a:xfrm>
        </p:spPr>
        <p:txBody>
          <a:bodyPr>
            <a:normAutofit fontScale="62500" lnSpcReduction="20000"/>
          </a:bodyPr>
          <a:lstStyle/>
          <a:p>
            <a:endParaRPr lang="en-US" dirty="0"/>
          </a:p>
          <a:p>
            <a:r>
              <a:rPr lang="en-US" sz="3300" dirty="0" smtClean="0"/>
              <a:t>Types of Operators:</a:t>
            </a:r>
          </a:p>
          <a:p>
            <a:r>
              <a:rPr lang="en-US" dirty="0" smtClean="0">
                <a:hlinkClick r:id="rId2"/>
              </a:rPr>
              <a:t>https://technet.microsoft.com/en-us/library/ms175913(v=sql.105).aspx</a:t>
            </a:r>
            <a:endParaRPr lang="en-US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dirty="0" smtClean="0"/>
              <a:t>Table Scan 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dirty="0" smtClean="0"/>
              <a:t>Clustered Index Scan 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dirty="0" smtClean="0"/>
              <a:t>Clustered Index Seek 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dirty="0" smtClean="0"/>
              <a:t>Non-clustered Index Seek 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dirty="0" smtClean="0"/>
              <a:t>Compute Scalar 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dirty="0" smtClean="0"/>
              <a:t>Adding a WHERE Clause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dirty="0" smtClean="0"/>
              <a:t>Filter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dirty="0" smtClean="0"/>
              <a:t>Sort 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dirty="0" smtClean="0"/>
              <a:t>Table Joins 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600" dirty="0" smtClean="0"/>
              <a:t>Nested Loops Join  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600" dirty="0" smtClean="0"/>
              <a:t>Hash Match   (Join) 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600" dirty="0" smtClean="0"/>
              <a:t>Merge Join 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dirty="0" smtClean="0"/>
              <a:t>Key LookUp  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dirty="0" smtClean="0"/>
              <a:t>RID LookUp 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dirty="0" smtClean="0"/>
              <a:t>DML statements: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600" dirty="0" smtClean="0"/>
              <a:t>Insert 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600" dirty="0" smtClean="0"/>
              <a:t>Delete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600" dirty="0" smtClean="0"/>
              <a:t>Update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518734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9977"/>
            <a:ext cx="9144000" cy="654482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+mn-lt"/>
              </a:rPr>
              <a:t>Reading the Execution Plan</a:t>
            </a:r>
            <a:endParaRPr lang="en-US" sz="32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997526"/>
            <a:ext cx="9144000" cy="1558637"/>
          </a:xfrm>
        </p:spPr>
        <p:txBody>
          <a:bodyPr>
            <a:normAutofit fontScale="92500"/>
          </a:bodyPr>
          <a:lstStyle/>
          <a:p>
            <a:r>
              <a:rPr lang="en-US" sz="2000" dirty="0" smtClean="0"/>
              <a:t>You can read the Execution Plan (EP) either from right to left OR left to right</a:t>
            </a:r>
          </a:p>
          <a:p>
            <a:r>
              <a:rPr lang="en-US" sz="2000" dirty="0" smtClean="0"/>
              <a:t>When reading from left to right – you are asking what are the commands to get the data</a:t>
            </a:r>
          </a:p>
          <a:p>
            <a:r>
              <a:rPr lang="en-US" sz="2000" dirty="0" smtClean="0"/>
              <a:t>When reading from right to left– you are asking what is the flow of the data</a:t>
            </a:r>
            <a:endParaRPr lang="en-US" sz="2000" dirty="0" smtClean="0"/>
          </a:p>
          <a:p>
            <a:r>
              <a:rPr lang="en-US" sz="2000" dirty="0" smtClean="0"/>
              <a:t>The thickness of the arrows shows the count of rows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072" y="2829230"/>
            <a:ext cx="7744673" cy="402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06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86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 Execution Plan Videos What we will cover</vt:lpstr>
      <vt:lpstr>Reading the Execution Plan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Execution Plan Videos What we will cover</dc:title>
  <dc:creator>rafasg61 A</dc:creator>
  <cp:lastModifiedBy>rafasg61 A</cp:lastModifiedBy>
  <cp:revision>10</cp:revision>
  <dcterms:created xsi:type="dcterms:W3CDTF">2017-10-20T00:03:05Z</dcterms:created>
  <dcterms:modified xsi:type="dcterms:W3CDTF">2017-10-20T00:29:32Z</dcterms:modified>
</cp:coreProperties>
</file>