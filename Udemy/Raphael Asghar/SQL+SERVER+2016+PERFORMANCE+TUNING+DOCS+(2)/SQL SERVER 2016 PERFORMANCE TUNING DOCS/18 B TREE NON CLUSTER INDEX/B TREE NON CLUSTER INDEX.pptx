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4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86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5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7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7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4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0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5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45615-C19D-4D7D-B5E4-5742FF861E9C}" type="datetimeFigureOut">
              <a:rPr lang="en-US" smtClean="0"/>
              <a:t>10/15/2017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58A1F-F8DA-4411-B4FC-6CA176283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5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1709305" y="0"/>
            <a:ext cx="8645235" cy="39496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763048" y="1242978"/>
            <a:ext cx="1153390" cy="665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693275" y="1242978"/>
            <a:ext cx="1153390" cy="665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803872" y="3098918"/>
            <a:ext cx="1153390" cy="665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697977" y="3098918"/>
            <a:ext cx="1153390" cy="669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09850" y="3103247"/>
            <a:ext cx="1153390" cy="665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21723" y="3098918"/>
            <a:ext cx="1153390" cy="665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759334" y="93173"/>
            <a:ext cx="1153390" cy="665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741777" y="241016"/>
            <a:ext cx="84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ROOT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633617" y="2846937"/>
            <a:ext cx="12573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FF0000"/>
                </a:solidFill>
              </a:rPr>
              <a:t>LEAF LEVEL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CONTAINS THE NON CLUSTERED INDEX OF FIRST NAME AND POINTER TO CLUSTERED INDEX ID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06495" y="1206154"/>
            <a:ext cx="1662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INTERMEDIATE</a:t>
            </a:r>
          </a:p>
          <a:p>
            <a:pPr algn="ctr"/>
            <a:r>
              <a:rPr lang="en-US" dirty="0" smtClean="0"/>
              <a:t>LEVEL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570073" y="2101392"/>
            <a:ext cx="689261" cy="71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7515394" y="2059396"/>
            <a:ext cx="671945" cy="73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443399" y="2116111"/>
            <a:ext cx="736023" cy="752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5503022" y="2101392"/>
            <a:ext cx="671945" cy="73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593819" y="2059396"/>
            <a:ext cx="611330" cy="77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451686" y="2116111"/>
            <a:ext cx="671945" cy="73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161675" y="460174"/>
            <a:ext cx="691427" cy="634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711584" y="460174"/>
            <a:ext cx="929554" cy="634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54172" y="3162766"/>
            <a:ext cx="117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51- MARY</a:t>
            </a:r>
          </a:p>
          <a:p>
            <a:r>
              <a:rPr lang="en-US" dirty="0" smtClean="0"/>
              <a:t>100 - SUE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756351" y="3150974"/>
            <a:ext cx="115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1- BOB</a:t>
            </a:r>
          </a:p>
          <a:p>
            <a:r>
              <a:rPr lang="en-US" dirty="0" smtClean="0"/>
              <a:t>50 - TOM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782968" y="1420674"/>
            <a:ext cx="107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100 -200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920142" y="1344654"/>
            <a:ext cx="79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1-100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034692" y="236903"/>
            <a:ext cx="60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00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757025" y="3162766"/>
            <a:ext cx="1232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101- DON</a:t>
            </a:r>
          </a:p>
          <a:p>
            <a:r>
              <a:rPr lang="en-US" dirty="0" smtClean="0"/>
              <a:t>150 - JON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856693" y="3130524"/>
            <a:ext cx="1143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151- AVA</a:t>
            </a:r>
          </a:p>
          <a:p>
            <a:r>
              <a:rPr lang="en-US" dirty="0" smtClean="0"/>
              <a:t>200 - LEO</a:t>
            </a:r>
            <a:endParaRPr lang="en-US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4" y="4086506"/>
            <a:ext cx="8645236" cy="27714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00050" y="4935682"/>
            <a:ext cx="1309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CLUSTERED INDEX ON ID SORTED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2736" y="758191"/>
            <a:ext cx="1636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NON CLUSTERED </a:t>
            </a:r>
          </a:p>
          <a:p>
            <a:pPr algn="ctr"/>
            <a:r>
              <a:rPr lang="en-US" dirty="0" smtClean="0"/>
              <a:t>INDEX ON FN SORTED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9895" y="5859012"/>
            <a:ext cx="11288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FF0000"/>
                </a:solidFill>
              </a:rPr>
              <a:t>THE LEAF LEVEL OF THE CLUSTERED INDEX CONTAINS THE ACTAUL DATA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44" name="Elbow Connector 43"/>
          <p:cNvCxnSpPr/>
          <p:nvPr/>
        </p:nvCxnSpPr>
        <p:spPr>
          <a:xfrm rot="5400000">
            <a:off x="1926814" y="4912261"/>
            <a:ext cx="2525963" cy="125386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/>
          <p:nvPr/>
        </p:nvCxnSpPr>
        <p:spPr>
          <a:xfrm rot="5400000">
            <a:off x="3893320" y="4908198"/>
            <a:ext cx="2525963" cy="125386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 rot="5400000">
            <a:off x="5898693" y="4908198"/>
            <a:ext cx="2525963" cy="125386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30" idx="1"/>
          </p:cNvCxnSpPr>
          <p:nvPr/>
        </p:nvCxnSpPr>
        <p:spPr>
          <a:xfrm rot="10800000" flipV="1">
            <a:off x="2636785" y="3474139"/>
            <a:ext cx="119566" cy="229274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/>
          <p:nvPr/>
        </p:nvCxnSpPr>
        <p:spPr>
          <a:xfrm rot="5400000">
            <a:off x="6925422" y="4210365"/>
            <a:ext cx="1660120" cy="10224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382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66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rafasg61 A</dc:creator>
  <cp:lastModifiedBy>rafasg61 A</cp:lastModifiedBy>
  <cp:revision>19</cp:revision>
  <dcterms:created xsi:type="dcterms:W3CDTF">2017-10-16T04:40:38Z</dcterms:created>
  <dcterms:modified xsi:type="dcterms:W3CDTF">2017-10-16T05:08:27Z</dcterms:modified>
</cp:coreProperties>
</file>