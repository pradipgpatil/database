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5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5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54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8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0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0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0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8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2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0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4ADE9-C1C8-4F99-8BE0-DB8629FBDA83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D506F-3E6D-4976-A43B-7C573DB4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0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6645"/>
            <a:ext cx="9144000" cy="6483928"/>
          </a:xfrm>
        </p:spPr>
        <p:txBody>
          <a:bodyPr>
            <a:normAutofit lnSpcReduction="10000"/>
          </a:bodyPr>
          <a:lstStyle/>
          <a:p>
            <a:endParaRPr lang="en-US" sz="3500" dirty="0" smtClean="0"/>
          </a:p>
          <a:p>
            <a:r>
              <a:rPr lang="en-US" sz="3500" dirty="0" smtClean="0"/>
              <a:t>SQL Server types of indexes</a:t>
            </a:r>
          </a:p>
          <a:p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Clustered  --&lt;&lt; MOST COMMON WITH OLTP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Nonclustered  </a:t>
            </a:r>
            <a:r>
              <a:rPr lang="en-US" sz="2400" dirty="0" smtClean="0">
                <a:solidFill>
                  <a:srgbClr val="FF0000"/>
                </a:solidFill>
              </a:rPr>
              <a:t>--&lt;&lt; MOST COMMON WITH OLTP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Index with included </a:t>
            </a:r>
            <a:r>
              <a:rPr lang="en-US" sz="2400" dirty="0" smtClean="0"/>
              <a:t>columns  --&lt;&lt; RESOLUTION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Filtered  </a:t>
            </a:r>
            <a:r>
              <a:rPr lang="en-US" sz="2400" dirty="0" smtClean="0"/>
              <a:t>--&lt;&lt; RESOLUTION</a:t>
            </a:r>
            <a:endParaRPr lang="en-US" sz="24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Unique  </a:t>
            </a:r>
            <a:r>
              <a:rPr lang="en-US" sz="2400" dirty="0" smtClean="0"/>
              <a:t>--&lt;&lt; RESOLUTION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Covered indexes --&lt;&lt; RESOLUTION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Hash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Index on computed columns  </a:t>
            </a:r>
            <a:endParaRPr lang="en-US" sz="24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Columnstore  --&lt;&lt; PRIMARILY USED IN OLAP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Spatial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Full-text</a:t>
            </a:r>
            <a:endParaRPr lang="en-US" sz="24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XML</a:t>
            </a:r>
            <a:endParaRPr lang="en-US" sz="24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/>
              <a:t>memory-optimized </a:t>
            </a:r>
            <a:r>
              <a:rPr lang="en-US" sz="2400" dirty="0"/>
              <a:t>nonclustered </a:t>
            </a:r>
            <a:r>
              <a:rPr lang="en-US" sz="2400" dirty="0" smtClean="0"/>
              <a:t>indexes  --&lt;&lt; USED IN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79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rafasg61 A</dc:creator>
  <cp:lastModifiedBy>rafasg61 A</cp:lastModifiedBy>
  <cp:revision>4</cp:revision>
  <dcterms:created xsi:type="dcterms:W3CDTF">2017-10-19T00:08:27Z</dcterms:created>
  <dcterms:modified xsi:type="dcterms:W3CDTF">2017-10-19T00:14:08Z</dcterms:modified>
</cp:coreProperties>
</file>