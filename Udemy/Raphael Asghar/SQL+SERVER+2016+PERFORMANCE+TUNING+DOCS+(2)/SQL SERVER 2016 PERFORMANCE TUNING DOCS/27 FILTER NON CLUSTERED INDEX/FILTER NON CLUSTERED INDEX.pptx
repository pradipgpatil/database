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0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7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0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5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7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30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7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7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026E7-8EC5-4CA6-83F0-99479CD221AA}" type="datetimeFigureOut">
              <a:rPr lang="en-US" smtClean="0"/>
              <a:t>10/25/2017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55458-6DBF-4877-B725-16A8608F5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6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74073"/>
            <a:ext cx="9144000" cy="1392382"/>
          </a:xfrm>
        </p:spPr>
        <p:txBody>
          <a:bodyPr>
            <a:normAutofit fontScale="90000"/>
          </a:bodyPr>
          <a:lstStyle/>
          <a:p>
            <a:r>
              <a:rPr lang="en-US" sz="2200" dirty="0" smtClean="0">
                <a:latin typeface="+mn-lt"/>
              </a:rPr>
              <a:t/>
            </a:r>
            <a:br>
              <a:rPr lang="en-US" sz="2200" dirty="0" smtClean="0">
                <a:latin typeface="+mn-lt"/>
              </a:rPr>
            </a:br>
            <a:r>
              <a:rPr lang="en-US" sz="2200" dirty="0">
                <a:latin typeface="+mn-lt"/>
              </a:rPr>
              <a:t/>
            </a:r>
            <a:br>
              <a:rPr lang="en-US" sz="2200" dirty="0">
                <a:latin typeface="+mn-lt"/>
              </a:rPr>
            </a:br>
            <a:r>
              <a:rPr lang="en-US" sz="2200" dirty="0" smtClean="0">
                <a:latin typeface="+mn-lt"/>
              </a:rPr>
              <a:t/>
            </a:r>
            <a:br>
              <a:rPr lang="en-US" sz="2200" dirty="0" smtClean="0">
                <a:latin typeface="+mn-lt"/>
              </a:rPr>
            </a:br>
            <a:r>
              <a:rPr lang="en-US" sz="2200" dirty="0" smtClean="0">
                <a:latin typeface="+mn-lt"/>
              </a:rPr>
              <a:t/>
            </a:r>
            <a:br>
              <a:rPr lang="en-US" sz="2200" dirty="0" smtClean="0">
                <a:latin typeface="+mn-lt"/>
              </a:rPr>
            </a:br>
            <a:r>
              <a:rPr lang="en-US" sz="2200" dirty="0">
                <a:latin typeface="+mn-lt"/>
              </a:rPr>
              <a:t/>
            </a:r>
            <a:br>
              <a:rPr lang="en-US" sz="2200" dirty="0">
                <a:latin typeface="+mn-lt"/>
              </a:rPr>
            </a:br>
            <a:r>
              <a:rPr lang="en-US" sz="2200" dirty="0" smtClean="0">
                <a:latin typeface="+mn-lt"/>
              </a:rPr>
              <a:t/>
            </a:r>
            <a:br>
              <a:rPr lang="en-US" sz="2200" dirty="0" smtClean="0">
                <a:latin typeface="+mn-lt"/>
              </a:rPr>
            </a:br>
            <a:r>
              <a:rPr lang="en-US" sz="3600" dirty="0" smtClean="0">
                <a:latin typeface="+mn-lt"/>
              </a:rPr>
              <a:t>Non-clustered Filtered Indexes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63781"/>
            <a:ext cx="9144000" cy="538249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 have discussed that when creating a non-clustered index, we have to take in account the </a:t>
            </a:r>
            <a:r>
              <a:rPr lang="en-US" dirty="0">
                <a:solidFill>
                  <a:srgbClr val="FF0000"/>
                </a:solidFill>
              </a:rPr>
              <a:t>extra space </a:t>
            </a:r>
            <a:r>
              <a:rPr lang="en-US" dirty="0"/>
              <a:t>needed for each of the non-clustered index we create. But the benefits of traditional indexes as we have seen </a:t>
            </a:r>
            <a:r>
              <a:rPr lang="en-US" dirty="0">
                <a:solidFill>
                  <a:srgbClr val="FF0000"/>
                </a:solidFill>
              </a:rPr>
              <a:t>come at a cost.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One of the solutions is to </a:t>
            </a:r>
            <a:r>
              <a:rPr lang="en-US" dirty="0">
                <a:solidFill>
                  <a:srgbClr val="FF0000"/>
                </a:solidFill>
              </a:rPr>
              <a:t>use filtered indexes</a:t>
            </a:r>
            <a:r>
              <a:rPr lang="en-US" dirty="0"/>
              <a:t>, which was introduced in SQL Server 2008.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 simply have to put a WHERE clause when creating a non clustered filtered.  This way </a:t>
            </a:r>
            <a:r>
              <a:rPr lang="en-US" dirty="0">
                <a:solidFill>
                  <a:srgbClr val="FF0000"/>
                </a:solidFill>
              </a:rPr>
              <a:t>only the selected records are indexed </a:t>
            </a:r>
            <a:r>
              <a:rPr lang="en-US" dirty="0"/>
              <a:t>providing a smaller utilization of disk space</a:t>
            </a:r>
            <a:r>
              <a:rPr lang="en-US" dirty="0" smtClean="0"/>
              <a:t>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Some of the </a:t>
            </a:r>
            <a:r>
              <a:rPr lang="en-US" dirty="0">
                <a:solidFill>
                  <a:srgbClr val="FF0000"/>
                </a:solidFill>
              </a:rPr>
              <a:t>benefits</a:t>
            </a:r>
            <a:r>
              <a:rPr lang="en-US" dirty="0"/>
              <a:t> of using the filtered index are as follows: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Reduced storage cost – will need less disk for non clustered indexes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Optimized query performance - less data means the optimizer does not have to use as much statistics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Reduced index maintenance costs – the rebuilding and reorganizing of indexes is reduced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Lets see a 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0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77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     Non-clustered Filtered Indexes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rafasg61 A</dc:creator>
  <cp:lastModifiedBy>rafasg61 A</cp:lastModifiedBy>
  <cp:revision>12</cp:revision>
  <dcterms:created xsi:type="dcterms:W3CDTF">2017-10-25T00:45:00Z</dcterms:created>
  <dcterms:modified xsi:type="dcterms:W3CDTF">2017-10-26T03:13:21Z</dcterms:modified>
</cp:coreProperties>
</file>