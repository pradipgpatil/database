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806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6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736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110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10/10/2017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88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10/10/2017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414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10/10/2017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9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6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10/10/2017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482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989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C6C03-C737-422D-A84A-78747D2B05C9}" type="datetimeFigureOut">
              <a:rPr lang="en-US" smtClean="0"/>
              <a:t>10/10/2017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7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C6C03-C737-422D-A84A-78747D2B05C9}" type="datetimeFigureOut">
              <a:rPr lang="en-US" smtClean="0"/>
              <a:t>10/10/2017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3C8BA-B4B0-4D0B-93F1-8202F7CE80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58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Oval 24"/>
          <p:cNvSpPr/>
          <p:nvPr/>
        </p:nvSpPr>
        <p:spPr>
          <a:xfrm>
            <a:off x="820883" y="1839190"/>
            <a:ext cx="9445336" cy="481099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7-Point Star 23"/>
          <p:cNvSpPr/>
          <p:nvPr/>
        </p:nvSpPr>
        <p:spPr>
          <a:xfrm>
            <a:off x="8347364" y="3776868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6789"/>
            <a:ext cx="9144000" cy="667059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The many cogs of SQL performance tuning</a:t>
            </a:r>
            <a:endParaRPr lang="en-US" sz="2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111827"/>
            <a:ext cx="9144000" cy="5455228"/>
          </a:xfrm>
        </p:spPr>
        <p:txBody>
          <a:bodyPr>
            <a:normAutofit/>
          </a:bodyPr>
          <a:lstStyle/>
          <a:p>
            <a:r>
              <a:rPr lang="en-US" sz="1800" dirty="0" smtClean="0">
                <a:latin typeface="Segoe UI" panose="020B0502040204020203" pitchFamily="34" charset="0"/>
                <a:cs typeface="Segoe UI" panose="020B0502040204020203" pitchFamily="34" charset="0"/>
              </a:rPr>
              <a:t>THE MANY PARTS OF SQL SERVER WE NEED TO UNDERSTAND BEFORE ATTEMPTING SQL PERFORMANCE TUNING</a:t>
            </a:r>
            <a:endParaRPr lang="en-US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7-Point Star 3"/>
          <p:cNvSpPr/>
          <p:nvPr/>
        </p:nvSpPr>
        <p:spPr>
          <a:xfrm>
            <a:off x="2835853" y="2445326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7-Point Star 5"/>
          <p:cNvSpPr/>
          <p:nvPr/>
        </p:nvSpPr>
        <p:spPr>
          <a:xfrm>
            <a:off x="3309072" y="4809257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7-Point Star 6"/>
          <p:cNvSpPr/>
          <p:nvPr/>
        </p:nvSpPr>
        <p:spPr>
          <a:xfrm>
            <a:off x="4020417" y="3458439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7-Point Star 7"/>
          <p:cNvSpPr/>
          <p:nvPr/>
        </p:nvSpPr>
        <p:spPr>
          <a:xfrm>
            <a:off x="4837402" y="1988488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7-Point Star 8"/>
          <p:cNvSpPr/>
          <p:nvPr/>
        </p:nvSpPr>
        <p:spPr>
          <a:xfrm>
            <a:off x="7853796" y="2445326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7-Point Star 9"/>
          <p:cNvSpPr/>
          <p:nvPr/>
        </p:nvSpPr>
        <p:spPr>
          <a:xfrm>
            <a:off x="6176098" y="2989118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7-Point Star 10"/>
          <p:cNvSpPr/>
          <p:nvPr/>
        </p:nvSpPr>
        <p:spPr>
          <a:xfrm>
            <a:off x="6792191" y="4492336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7-Point Star 11"/>
          <p:cNvSpPr/>
          <p:nvPr/>
        </p:nvSpPr>
        <p:spPr>
          <a:xfrm>
            <a:off x="5290705" y="4339936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476842" y="5161500"/>
            <a:ext cx="1108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Execution operators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809511" y="5084163"/>
            <a:ext cx="14514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Page splitting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8064860" y="2970707"/>
            <a:ext cx="1113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Workload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468559" y="3541979"/>
            <a:ext cx="892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Profiler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280189" y="3990744"/>
            <a:ext cx="892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Indexes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267291" y="2991255"/>
            <a:ext cx="62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DTA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016643" y="2567193"/>
            <a:ext cx="1265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FILLFACTOR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559570" y="4899497"/>
            <a:ext cx="1013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  <a:r>
              <a:rPr lang="en-US" dirty="0" smtClean="0"/>
              <a:t>tatistics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383947" y="4423061"/>
            <a:ext cx="1492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Sp recompiles</a:t>
            </a:r>
            <a:endParaRPr lang="en-US" dirty="0"/>
          </a:p>
        </p:txBody>
      </p:sp>
      <p:sp>
        <p:nvSpPr>
          <p:cNvPr id="26" name="7-Point Star 25"/>
          <p:cNvSpPr/>
          <p:nvPr/>
        </p:nvSpPr>
        <p:spPr>
          <a:xfrm>
            <a:off x="1927947" y="4452277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164343" y="5023776"/>
            <a:ext cx="1111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Blocking</a:t>
            </a:r>
            <a:endParaRPr lang="en-US" dirty="0"/>
          </a:p>
        </p:txBody>
      </p:sp>
      <p:sp>
        <p:nvSpPr>
          <p:cNvPr id="28" name="7-Point Star 27"/>
          <p:cNvSpPr/>
          <p:nvPr/>
        </p:nvSpPr>
        <p:spPr>
          <a:xfrm>
            <a:off x="1412949" y="3028306"/>
            <a:ext cx="1444336" cy="1350818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675102" y="3545353"/>
            <a:ext cx="11607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</a:t>
            </a:r>
            <a:r>
              <a:rPr lang="en-US" dirty="0" smtClean="0"/>
              <a:t>ocking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045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664873"/>
          </a:xfrm>
        </p:spPr>
        <p:txBody>
          <a:bodyPr>
            <a:normAutofit/>
          </a:bodyPr>
          <a:lstStyle/>
          <a:p>
            <a:r>
              <a:rPr lang="en-US" sz="4000" dirty="0" smtClean="0"/>
              <a:t>Index role in performance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664873"/>
            <a:ext cx="9144000" cy="6026872"/>
          </a:xfrm>
        </p:spPr>
        <p:txBody>
          <a:bodyPr>
            <a:normAutofit fontScale="700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what is indexing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types of indexes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clustered indexes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non clustered indexes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covered indexes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column store indexes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filtered indexes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missing indexes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unused indexes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included </a:t>
            </a:r>
            <a:r>
              <a:rPr lang="en-US" sz="2000" dirty="0" smtClean="0"/>
              <a:t>indexes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heap</a:t>
            </a: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 smtClean="0"/>
              <a:t>finding </a:t>
            </a:r>
            <a:r>
              <a:rPr lang="en-US" sz="2000" dirty="0"/>
              <a:t>fragmentation</a:t>
            </a:r>
            <a:br>
              <a:rPr lang="en-US" sz="2000" dirty="0"/>
            </a:br>
            <a:endParaRPr lang="en-US" sz="2000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fill factor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rebuild and reorganize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disk space consumption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dmvs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jobs for indexes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performance at a cost - maintenance and disk space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b tree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dirty="0"/>
              <a:t>demo of indexes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374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64</Words>
  <Application>Microsoft Office PowerPoint</Application>
  <PresentationFormat>Widescreen</PresentationFormat>
  <Paragraphs>34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The many cogs of SQL performance tuning</vt:lpstr>
      <vt:lpstr>Index role in performance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many cogs of SQL performance tuning</dc:title>
  <dc:creator>rafasg61 A</dc:creator>
  <cp:lastModifiedBy>rafasg61 A</cp:lastModifiedBy>
  <cp:revision>10</cp:revision>
  <dcterms:created xsi:type="dcterms:W3CDTF">2017-10-09T04:57:32Z</dcterms:created>
  <dcterms:modified xsi:type="dcterms:W3CDTF">2017-10-11T02:45:55Z</dcterms:modified>
</cp:coreProperties>
</file>