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3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9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9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3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7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3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1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3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8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9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80C9D-67E5-44D3-AED6-8F0DE1769546}" type="datetimeFigureOut">
              <a:rPr lang="en-US" smtClean="0"/>
              <a:t>10/13/2017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90CE4-1C95-489E-B75C-7F49AEB42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2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00501" y="563479"/>
            <a:ext cx="39277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WHAT IS A NON CLUSTERED INDEX?</a:t>
            </a:r>
            <a:endParaRPr lang="en-US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67158"/>
              </p:ext>
            </p:extLst>
          </p:nvPr>
        </p:nvGraphicFramePr>
        <p:xfrm>
          <a:off x="1938482" y="196657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SAUNDERS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KIRKLAND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HIGGINS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82091" y="1320244"/>
            <a:ext cx="1672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CLUSTERED INDEX ON ID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3122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    A non clustered index is a separate structure for the base table.  As you can see we have a clustered index on ID column; we also know that we can’t create another clustered index on another column, as it will violate clustered index logic – we can’t have both an organized column on ID and FN.  So how do we create an index on a column FN or LN or AGE to get better performance if the SELECT statement is querying the data with the WHERE clause asking TO filter Mary?</a:t>
            </a:r>
          </a:p>
          <a:p>
            <a:endParaRPr lang="en-US" sz="1600" dirty="0"/>
          </a:p>
          <a:p>
            <a:pPr lvl="2"/>
            <a:r>
              <a:rPr lang="en-US" sz="1600" dirty="0" smtClean="0"/>
              <a:t>Select fn, ln from students</a:t>
            </a:r>
          </a:p>
          <a:p>
            <a:pPr lvl="2"/>
            <a:r>
              <a:rPr lang="en-US" sz="1600" dirty="0"/>
              <a:t>w</a:t>
            </a:r>
            <a:r>
              <a:rPr lang="en-US" sz="1600" dirty="0" smtClean="0"/>
              <a:t>here fn = ‘mary’</a:t>
            </a:r>
          </a:p>
          <a:p>
            <a:endParaRPr lang="en-US" sz="1600" dirty="0"/>
          </a:p>
          <a:p>
            <a:r>
              <a:rPr lang="en-US" sz="1600" dirty="0" smtClean="0"/>
              <a:t>     This is where non clustered index play an important part; because you can have many non clustered indexes.  This is because a non clustered index is SEPERATE STRUCTURE from the base table.  As a result, disk space become an issues!  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791941" y="1638198"/>
            <a:ext cx="260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 TABLE: STUDENTS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58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1459" y="114911"/>
            <a:ext cx="39277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NON CLUSTERED INDEX</a:t>
            </a:r>
          </a:p>
          <a:p>
            <a:pPr algn="ctr"/>
            <a:endParaRPr lang="en-US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05557"/>
              </p:ext>
            </p:extLst>
          </p:nvPr>
        </p:nvGraphicFramePr>
        <p:xfrm>
          <a:off x="166256" y="1728684"/>
          <a:ext cx="38342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27"/>
                <a:gridCol w="912680"/>
                <a:gridCol w="1207685"/>
                <a:gridCol w="106445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SAUNDERS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KIRKLAND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HIGGINS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-5769" y="1324228"/>
            <a:ext cx="1039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CLUSTERED INDEX ON ID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4746619" y="1409864"/>
            <a:ext cx="2903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NON CLUSTERED INDEX ON FN</a:t>
            </a:r>
            <a:endParaRPr lang="en-US" sz="16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35587"/>
              </p:ext>
            </p:extLst>
          </p:nvPr>
        </p:nvGraphicFramePr>
        <p:xfrm>
          <a:off x="4419301" y="1728684"/>
          <a:ext cx="34030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512"/>
                <a:gridCol w="17015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  LOCATOR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31941" y="1385784"/>
            <a:ext cx="2903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NON CLUSTERED INDEX ON LN</a:t>
            </a:r>
            <a:endParaRPr lang="en-US" sz="16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608607"/>
              </p:ext>
            </p:extLst>
          </p:nvPr>
        </p:nvGraphicFramePr>
        <p:xfrm>
          <a:off x="8304623" y="1704604"/>
          <a:ext cx="34030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512"/>
                <a:gridCol w="17015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  LOCATOR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SAUNDERS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KIRKLAND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HIGGINS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2841" y="4758665"/>
            <a:ext cx="109312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As you can see, when creating a non clustered index on a column, we can create more than one index; that is because the non clustered index is a SEPARATE STRUCTURE from the base table (</a:t>
            </a:r>
            <a:r>
              <a:rPr lang="en-US" dirty="0" smtClean="0">
                <a:solidFill>
                  <a:srgbClr val="FF0000"/>
                </a:solidFill>
              </a:rPr>
              <a:t>just like the back of books have a separate index</a:t>
            </a:r>
            <a:r>
              <a:rPr lang="en-US" dirty="0" smtClean="0"/>
              <a:t>).  We have pointers (row locators) that map the data on the base table.  This improves the performance of frequently used queries which are not covered by the clustered index – as we shall see in a demo. Note that when creating non clustered indexes on columns, </a:t>
            </a:r>
            <a:r>
              <a:rPr lang="en-US" dirty="0" smtClean="0"/>
              <a:t>disk space become an issues!    If you have a million rows of FN and you create a non clustered index on FN, then you will also have a separate structure of a million rows with the data, thereby needing more disk space!!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746619" y="810885"/>
            <a:ext cx="2608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 TABLE: STUDENTS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19301" y="4187536"/>
            <a:ext cx="728834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</a:rPr>
              <a:t>EXTRA SPACE IS NEEDED FOR THESE TWO NON CLUSTERED INDEXES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22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423</Words>
  <Application>Microsoft Office PowerPoint</Application>
  <PresentationFormat>Widescreen</PresentationFormat>
  <Paragraphs>88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CLUSTERED INDEX</dc:title>
  <dc:creator>rafasg61 A</dc:creator>
  <cp:lastModifiedBy>rafasg61 A</cp:lastModifiedBy>
  <cp:revision>24</cp:revision>
  <dcterms:created xsi:type="dcterms:W3CDTF">2017-10-14T03:14:42Z</dcterms:created>
  <dcterms:modified xsi:type="dcterms:W3CDTF">2017-10-14T17:58:57Z</dcterms:modified>
</cp:coreProperties>
</file>