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1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60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36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43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48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8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6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75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1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05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94819-420B-4A6A-B2D1-A379CE9AE04E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B47EC-EAB3-433E-984E-6B015B2247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0882"/>
            <a:ext cx="9144000" cy="758537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What is SQL Performance Tuning?</a:t>
            </a:r>
            <a:endParaRPr lang="en-US" sz="4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91145"/>
            <a:ext cx="9144000" cy="5174673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What 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is the performance tuning?</a:t>
            </a:r>
          </a:p>
          <a:p>
            <a:pPr lvl="1"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Performance tuning is the improvement of system performance. Typically in computer systems, the motivation for such activity is called a performance problem, which can be either real or anticipated. Most systems will respond to increased load with some degree of decreasing performance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 algn="l"/>
            <a:endParaRPr lang="en-US" sz="16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What is tuning in database?</a:t>
            </a:r>
          </a:p>
          <a:p>
            <a:pPr lvl="1"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Database Tuning is the activity of making a database application run more quickly. “More quickly” usually means higher throughput, though it may mean lower response time for time-critical 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applications</a:t>
            </a:r>
          </a:p>
          <a:p>
            <a:pPr lvl="1" algn="l"/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What is meant by SQL tuning?</a:t>
            </a:r>
          </a:p>
          <a:p>
            <a:pPr lvl="1"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SQL tuning is the process of ensuring that the SQL statements that an application will issue will run in the fastest possible </a:t>
            </a:r>
            <a:r>
              <a:rPr lang="en-US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time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67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4373" y="729734"/>
            <a:ext cx="66605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Segoe UI" panose="020B0502040204020203" pitchFamily="34" charset="0"/>
                <a:cs typeface="Segoe UI" panose="020B0502040204020203" pitchFamily="34" charset="0"/>
              </a:rPr>
              <a:t>What is SQL Performance Tuning?</a:t>
            </a:r>
            <a:endParaRPr lang="en-US" sz="3200" dirty="0"/>
          </a:p>
        </p:txBody>
      </p:sp>
      <p:sp>
        <p:nvSpPr>
          <p:cNvPr id="3" name="Smiley Face 2"/>
          <p:cNvSpPr/>
          <p:nvPr/>
        </p:nvSpPr>
        <p:spPr>
          <a:xfrm>
            <a:off x="1926265" y="3953249"/>
            <a:ext cx="914400" cy="86252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705840" y="2119746"/>
            <a:ext cx="1371600" cy="883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83721" y="3002973"/>
            <a:ext cx="2015837" cy="3012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982166" y="4992700"/>
            <a:ext cx="70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422798" y="3516868"/>
            <a:ext cx="199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Client Work </a:t>
            </a:r>
            <a:r>
              <a:rPr lang="en-US" dirty="0" smtClean="0"/>
              <a:t>Station</a:t>
            </a:r>
            <a:endParaRPr lang="en-US" dirty="0"/>
          </a:p>
        </p:txBody>
      </p:sp>
      <p:sp>
        <p:nvSpPr>
          <p:cNvPr id="9" name="Right Arrow 8"/>
          <p:cNvSpPr/>
          <p:nvPr/>
        </p:nvSpPr>
        <p:spPr>
          <a:xfrm>
            <a:off x="4426527" y="2857573"/>
            <a:ext cx="3335482" cy="358413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an 9"/>
          <p:cNvSpPr/>
          <p:nvPr/>
        </p:nvSpPr>
        <p:spPr>
          <a:xfrm>
            <a:off x="8544790" y="1833996"/>
            <a:ext cx="2161309" cy="2763981"/>
          </a:xfrm>
          <a:prstGeom prst="ca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76012" y="4932798"/>
            <a:ext cx="1298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SQL Server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748645" y="2296391"/>
            <a:ext cx="2660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Client sends request for data via application</a:t>
            </a:r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 rot="10800000">
            <a:off x="4423928" y="3803073"/>
            <a:ext cx="3338081" cy="28055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956463" y="4143052"/>
            <a:ext cx="2660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Return of data too slow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586090" y="6026727"/>
            <a:ext cx="7039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When the user sends a request for data to be returned and it takes too long for the server to process – you have a performance issue!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379524" y="2942722"/>
            <a:ext cx="677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CPU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173440" y="3308537"/>
            <a:ext cx="1101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Memory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379524" y="2488241"/>
            <a:ext cx="595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Disk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379524" y="3855501"/>
            <a:ext cx="623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191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52055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Segoe UI" panose="020B0502040204020203" pitchFamily="34" charset="0"/>
                <a:cs typeface="Segoe UI" panose="020B0502040204020203" pitchFamily="34" charset="0"/>
              </a:rPr>
              <a:t>Why is the data being returned too slow?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924791"/>
            <a:ext cx="9144000" cy="5933209"/>
          </a:xfrm>
        </p:spPr>
        <p:txBody>
          <a:bodyPr>
            <a:normAutofit fontScale="25000" lnSpcReduction="20000"/>
          </a:bodyPr>
          <a:lstStyle/>
          <a:p>
            <a:endParaRPr lang="en-US" sz="6400" b="1" dirty="0" smtClean="0"/>
          </a:p>
          <a:p>
            <a:r>
              <a:rPr lang="en-US" sz="6400" b="1" dirty="0" smtClean="0">
                <a:latin typeface="Segoe UI" panose="020B0502040204020203" pitchFamily="34" charset="0"/>
                <a:cs typeface="Segoe UI" panose="020B0502040204020203" pitchFamily="34" charset="0"/>
              </a:rPr>
              <a:t>Could be many reasons!</a:t>
            </a:r>
          </a:p>
          <a:p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Is it the application misconfigured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l"/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Improper set up, application not updated</a:t>
            </a:r>
          </a:p>
          <a:p>
            <a:pPr lvl="2" algn="l"/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Do you have sufficient physical hardware recourses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l"/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Memory, disk, CPU, network</a:t>
            </a:r>
          </a:p>
          <a:p>
            <a:pPr lvl="2" algn="l"/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Is the query optimizer not choosing the best plan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l"/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Maybe need hints to force the optimizer</a:t>
            </a:r>
          </a:p>
          <a:p>
            <a:pPr lvl="2" algn="l"/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Are the queries improperly written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l"/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Is the query using cursors, can it be written more efficiently</a:t>
            </a:r>
          </a:p>
          <a:p>
            <a:pPr lvl="2" algn="l"/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Do you have proper indexing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6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2" algn="l"/>
            <a:r>
              <a:rPr lang="en-US" sz="6400" dirty="0" smtClean="0">
                <a:latin typeface="Segoe UI" panose="020B0502040204020203" pitchFamily="34" charset="0"/>
                <a:cs typeface="Segoe UI" panose="020B0502040204020203" pitchFamily="34" charset="0"/>
              </a:rPr>
              <a:t>Improper indexing on tables, unused indexing, too many indexes</a:t>
            </a:r>
          </a:p>
          <a:p>
            <a:pPr lvl="2" algn="l"/>
            <a:endParaRPr lang="en-US" sz="6400" dirty="0"/>
          </a:p>
          <a:p>
            <a:pPr lvl="2" algn="l"/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946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Segoe UI" panose="020B0502040204020203" pitchFamily="34" charset="0"/>
                <a:cs typeface="Segoe UI" panose="020B0502040204020203" pitchFamily="34" charset="0"/>
              </a:rPr>
              <a:t>What the tools and application for the SQL DBA to use for performance tuning and monitoring?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endParaRPr lang="en-US" dirty="0" smtClean="0"/>
          </a:p>
          <a:p>
            <a:pPr lvl="1"/>
            <a:r>
              <a:rPr lang="en-US" dirty="0" smtClean="0"/>
              <a:t>Performance monitor</a:t>
            </a:r>
          </a:p>
          <a:p>
            <a:pPr lvl="1"/>
            <a:r>
              <a:rPr lang="en-US" dirty="0" smtClean="0"/>
              <a:t>Activity monitor</a:t>
            </a:r>
          </a:p>
          <a:p>
            <a:pPr lvl="1"/>
            <a:r>
              <a:rPr lang="en-US" dirty="0" smtClean="0"/>
              <a:t>SQL Profiler</a:t>
            </a:r>
          </a:p>
          <a:p>
            <a:pPr lvl="1"/>
            <a:r>
              <a:rPr lang="en-US" dirty="0" smtClean="0"/>
              <a:t>Extended Events</a:t>
            </a:r>
          </a:p>
          <a:p>
            <a:pPr lvl="1"/>
            <a:r>
              <a:rPr lang="en-US" dirty="0" smtClean="0"/>
              <a:t>DMV (Database management views)</a:t>
            </a:r>
          </a:p>
          <a:p>
            <a:pPr lvl="1"/>
            <a:r>
              <a:rPr lang="en-US" dirty="0" smtClean="0"/>
              <a:t>DBCCs (Database console commands)</a:t>
            </a:r>
          </a:p>
          <a:p>
            <a:pPr lvl="1"/>
            <a:r>
              <a:rPr lang="en-US" dirty="0" smtClean="0"/>
              <a:t>Stored procedures (sp_who, sp_monitor)</a:t>
            </a:r>
          </a:p>
          <a:p>
            <a:pPr lvl="1"/>
            <a:r>
              <a:rPr lang="en-US" dirty="0" smtClean="0"/>
              <a:t>SQL Standard Report</a:t>
            </a:r>
          </a:p>
          <a:p>
            <a:pPr lvl="1"/>
            <a:r>
              <a:rPr lang="en-US" dirty="0" smtClean="0"/>
              <a:t>Database tuning advisor</a:t>
            </a:r>
          </a:p>
          <a:p>
            <a:pPr lvl="1"/>
            <a:r>
              <a:rPr lang="en-US" dirty="0" smtClean="0"/>
              <a:t>Execution plans</a:t>
            </a:r>
          </a:p>
          <a:p>
            <a:pPr lvl="1"/>
            <a:r>
              <a:rPr lang="en-US" dirty="0" smtClean="0"/>
              <a:t>Data collection</a:t>
            </a:r>
          </a:p>
          <a:p>
            <a:pPr lvl="1"/>
            <a:r>
              <a:rPr lang="en-US" dirty="0" smtClean="0"/>
              <a:t>Query store</a:t>
            </a:r>
          </a:p>
          <a:p>
            <a:pPr lvl="1"/>
            <a:r>
              <a:rPr lang="en-US" dirty="0" smtClean="0"/>
              <a:t>Other monitoring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97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2524</TotalTime>
  <Words>333</Words>
  <Application>Microsoft Office PowerPoint</Application>
  <PresentationFormat>Widescreen</PresentationFormat>
  <Paragraphs>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Office Theme</vt:lpstr>
      <vt:lpstr>What is SQL Performance Tuning?</vt:lpstr>
      <vt:lpstr>PowerPoint Presentation</vt:lpstr>
      <vt:lpstr>Why is the data being returned too slow?</vt:lpstr>
      <vt:lpstr>What the tools and application for the SQL DBA to use for performance tuning and monitoring?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SQL Performance Tuning?</dc:title>
  <dc:creator>rafasg61 A</dc:creator>
  <cp:lastModifiedBy>rafasg61 A</cp:lastModifiedBy>
  <cp:revision>26</cp:revision>
  <dcterms:created xsi:type="dcterms:W3CDTF">2017-10-07T01:05:25Z</dcterms:created>
  <dcterms:modified xsi:type="dcterms:W3CDTF">2017-10-08T21:24:24Z</dcterms:modified>
</cp:coreProperties>
</file>