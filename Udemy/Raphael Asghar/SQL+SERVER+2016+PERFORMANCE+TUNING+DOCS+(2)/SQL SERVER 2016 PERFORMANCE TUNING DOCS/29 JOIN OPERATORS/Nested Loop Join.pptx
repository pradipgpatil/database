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36839-EB88-42EA-BFCE-79812D255FD8}" type="datetimeFigureOut">
              <a:rPr lang="en-US" smtClean="0"/>
              <a:t>10/27/2017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B42D5-9C7D-43E8-996D-03FA45F1A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717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36839-EB88-42EA-BFCE-79812D255FD8}" type="datetimeFigureOut">
              <a:rPr lang="en-US" smtClean="0"/>
              <a:t>10/27/2017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B42D5-9C7D-43E8-996D-03FA45F1A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419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36839-EB88-42EA-BFCE-79812D255FD8}" type="datetimeFigureOut">
              <a:rPr lang="en-US" smtClean="0"/>
              <a:t>10/27/2017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B42D5-9C7D-43E8-996D-03FA45F1A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514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36839-EB88-42EA-BFCE-79812D255FD8}" type="datetimeFigureOut">
              <a:rPr lang="en-US" smtClean="0"/>
              <a:t>10/27/2017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B42D5-9C7D-43E8-996D-03FA45F1A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943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36839-EB88-42EA-BFCE-79812D255FD8}" type="datetimeFigureOut">
              <a:rPr lang="en-US" smtClean="0"/>
              <a:t>10/27/2017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B42D5-9C7D-43E8-996D-03FA45F1A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516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36839-EB88-42EA-BFCE-79812D255FD8}" type="datetimeFigureOut">
              <a:rPr lang="en-US" smtClean="0"/>
              <a:t>10/27/2017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B42D5-9C7D-43E8-996D-03FA45F1A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402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36839-EB88-42EA-BFCE-79812D255FD8}" type="datetimeFigureOut">
              <a:rPr lang="en-US" smtClean="0"/>
              <a:t>10/27/2017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B42D5-9C7D-43E8-996D-03FA45F1A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136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36839-EB88-42EA-BFCE-79812D255FD8}" type="datetimeFigureOut">
              <a:rPr lang="en-US" smtClean="0"/>
              <a:t>10/27/2017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B42D5-9C7D-43E8-996D-03FA45F1A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318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36839-EB88-42EA-BFCE-79812D255FD8}" type="datetimeFigureOut">
              <a:rPr lang="en-US" smtClean="0"/>
              <a:t>10/27/2017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B42D5-9C7D-43E8-996D-03FA45F1A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387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36839-EB88-42EA-BFCE-79812D255FD8}" type="datetimeFigureOut">
              <a:rPr lang="en-US" smtClean="0"/>
              <a:t>10/27/2017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B42D5-9C7D-43E8-996D-03FA45F1A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328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36839-EB88-42EA-BFCE-79812D255FD8}" type="datetimeFigureOut">
              <a:rPr lang="en-US" smtClean="0"/>
              <a:t>10/27/2017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B42D5-9C7D-43E8-996D-03FA45F1A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932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A36839-EB88-42EA-BFCE-79812D255FD8}" type="datetimeFigureOut">
              <a:rPr lang="en-US" smtClean="0"/>
              <a:t>10/27/2017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0B42D5-9C7D-43E8-996D-03FA45F1A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58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810" y="1687476"/>
            <a:ext cx="8541327" cy="48525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56863" y="3624334"/>
            <a:ext cx="31068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operator on the top right is called the </a:t>
            </a:r>
            <a:r>
              <a:rPr lang="en-US" b="1" dirty="0"/>
              <a:t>outer </a:t>
            </a:r>
            <a:r>
              <a:rPr lang="en-US" b="1" dirty="0" smtClean="0"/>
              <a:t>input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156863" y="4879216"/>
            <a:ext cx="27882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</a:t>
            </a:r>
            <a:r>
              <a:rPr lang="en-US" dirty="0" smtClean="0"/>
              <a:t>just </a:t>
            </a:r>
            <a:r>
              <a:rPr lang="en-US" dirty="0"/>
              <a:t>below it is called the </a:t>
            </a:r>
            <a:r>
              <a:rPr lang="en-US" b="1" dirty="0"/>
              <a:t>inner input</a:t>
            </a:r>
            <a:r>
              <a:rPr lang="en-US" dirty="0"/>
              <a:t>.</a:t>
            </a:r>
          </a:p>
        </p:txBody>
      </p:sp>
      <p:sp>
        <p:nvSpPr>
          <p:cNvPr id="5" name="Right Arrow 4"/>
          <p:cNvSpPr/>
          <p:nvPr/>
        </p:nvSpPr>
        <p:spPr>
          <a:xfrm rot="10800000">
            <a:off x="6930736" y="3781244"/>
            <a:ext cx="976745" cy="3325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Arrow 5"/>
          <p:cNvSpPr/>
          <p:nvPr/>
        </p:nvSpPr>
        <p:spPr>
          <a:xfrm rot="10800000">
            <a:off x="6930736" y="5036126"/>
            <a:ext cx="976745" cy="3325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091046" y="238451"/>
            <a:ext cx="9372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Example of </a:t>
            </a:r>
            <a:r>
              <a:rPr lang="en-US" sz="2400" dirty="0" smtClean="0"/>
              <a:t>joins in execution plan</a:t>
            </a:r>
            <a:endParaRPr lang="en-US" sz="2400" dirty="0" smtClean="0"/>
          </a:p>
          <a:p>
            <a:pPr algn="ctr"/>
            <a:endParaRPr lang="en-US" sz="2400" dirty="0" smtClean="0"/>
          </a:p>
          <a:p>
            <a:pPr algn="ctr"/>
            <a:r>
              <a:rPr lang="en-US" dirty="0" smtClean="0"/>
              <a:t>What is a nested loop join?  </a:t>
            </a:r>
            <a:r>
              <a:rPr lang="en-US" dirty="0" smtClean="0"/>
              <a:t>Hash Join? Merge join?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377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4608</TotalTime>
  <Words>40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Nested Loop Join</dc:title>
  <dc:creator>rafasg61 A</dc:creator>
  <cp:lastModifiedBy>rafasg61 A</cp:lastModifiedBy>
  <cp:revision>36</cp:revision>
  <dcterms:created xsi:type="dcterms:W3CDTF">2017-10-27T01:46:33Z</dcterms:created>
  <dcterms:modified xsi:type="dcterms:W3CDTF">2017-10-31T02:26:41Z</dcterms:modified>
</cp:coreProperties>
</file>