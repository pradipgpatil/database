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8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3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1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95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6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26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7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1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4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2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3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D5AA5-E2D7-448A-AD08-06DBC19863A3}" type="datetimeFigureOut">
              <a:rPr lang="en-US" smtClean="0"/>
              <a:t>10/4/2017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272B6-17ED-442B-9297-7ACD979D8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7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9809018" y="3148445"/>
            <a:ext cx="2382982" cy="3086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5618"/>
            <a:ext cx="9144000" cy="104933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Installing data and log file on separate drives</a:t>
            </a:r>
            <a:endParaRPr lang="en-US"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8964" y="1458104"/>
            <a:ext cx="9144000" cy="5399896"/>
          </a:xfrm>
        </p:spPr>
        <p:txBody>
          <a:bodyPr/>
          <a:lstStyle/>
          <a:p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When installing SQL Server 2016 on a Windows platform, install the data and log and if necessary tempdb and index files on separate drives for optimum performance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an 3"/>
          <p:cNvSpPr/>
          <p:nvPr/>
        </p:nvSpPr>
        <p:spPr>
          <a:xfrm>
            <a:off x="2907074" y="2777748"/>
            <a:ext cx="2531916" cy="366799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353883" y="5420504"/>
            <a:ext cx="914400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353883" y="4447222"/>
            <a:ext cx="9144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53883" y="3473940"/>
            <a:ext cx="91440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63979" y="3746474"/>
            <a:ext cx="90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 D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63978" y="4719209"/>
            <a:ext cx="90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 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463977" y="5739889"/>
            <a:ext cx="90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 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0946" y="3931140"/>
            <a:ext cx="161232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SQL SERVER 2016 .EXE</a:t>
            </a:r>
          </a:p>
          <a:p>
            <a:pPr algn="ctr"/>
            <a:r>
              <a:rPr lang="en-US" b="1" dirty="0" smtClean="0"/>
              <a:t>INSTALLATION FILE</a:t>
            </a:r>
            <a:endParaRPr lang="en-US" b="1" dirty="0"/>
          </a:p>
        </p:txBody>
      </p:sp>
      <p:sp>
        <p:nvSpPr>
          <p:cNvPr id="12" name="Right Arrow 11"/>
          <p:cNvSpPr/>
          <p:nvPr/>
        </p:nvSpPr>
        <p:spPr>
          <a:xfrm>
            <a:off x="2098964" y="4158734"/>
            <a:ext cx="623454" cy="700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n 12"/>
          <p:cNvSpPr/>
          <p:nvPr/>
        </p:nvSpPr>
        <p:spPr>
          <a:xfrm>
            <a:off x="6770217" y="2777748"/>
            <a:ext cx="1707573" cy="366799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104294" y="5219338"/>
            <a:ext cx="914400" cy="914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104294" y="4246056"/>
            <a:ext cx="9144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104294" y="3272774"/>
            <a:ext cx="91440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1214390" y="3545308"/>
            <a:ext cx="90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 D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1214389" y="4518043"/>
            <a:ext cx="90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 L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1214388" y="5538723"/>
            <a:ext cx="90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 T</a:t>
            </a:r>
            <a:endParaRPr lang="en-US" dirty="0"/>
          </a:p>
        </p:txBody>
      </p:sp>
      <p:sp>
        <p:nvSpPr>
          <p:cNvPr id="20" name="Right Arrow 19"/>
          <p:cNvSpPr/>
          <p:nvPr/>
        </p:nvSpPr>
        <p:spPr>
          <a:xfrm>
            <a:off x="8778152" y="4509108"/>
            <a:ext cx="883228" cy="5056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854735" y="4599163"/>
            <a:ext cx="561109" cy="377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OR</a:t>
            </a:r>
            <a:endParaRPr lang="en-US" dirty="0"/>
          </a:p>
        </p:txBody>
      </p:sp>
      <p:sp>
        <p:nvSpPr>
          <p:cNvPr id="23" name="Line Callout 2 22"/>
          <p:cNvSpPr/>
          <p:nvPr/>
        </p:nvSpPr>
        <p:spPr>
          <a:xfrm>
            <a:off x="9050482" y="3545308"/>
            <a:ext cx="758536" cy="570498"/>
          </a:xfrm>
          <a:prstGeom prst="borderCallout2">
            <a:avLst>
              <a:gd name="adj1" fmla="val 18750"/>
              <a:gd name="adj2" fmla="val 6735"/>
              <a:gd name="adj3" fmla="val 18750"/>
              <a:gd name="adj4" fmla="val -16667"/>
              <a:gd name="adj5" fmla="val 116143"/>
              <a:gd name="adj6" fmla="val -768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302316" y="2669371"/>
            <a:ext cx="160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EXTERNAL SAN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63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58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Installing data and log file on separate drives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data and log file on separate drives</dc:title>
  <dc:creator>rafasg61 A</dc:creator>
  <cp:lastModifiedBy>rafasg61 A</cp:lastModifiedBy>
  <cp:revision>14</cp:revision>
  <dcterms:created xsi:type="dcterms:W3CDTF">2017-10-05T00:54:16Z</dcterms:created>
  <dcterms:modified xsi:type="dcterms:W3CDTF">2017-10-06T01:42:42Z</dcterms:modified>
</cp:coreProperties>
</file>