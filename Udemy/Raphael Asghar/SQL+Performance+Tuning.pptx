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2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8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7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7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3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3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4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8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2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087ED-0B55-4A99-8671-016B7DEAE3CB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17500-FB25-4B6B-9ED7-3F1BE3C2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8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771" y="5056900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293426" y="5056906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30044" y="4142488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10099" y="5056904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26772" y="5794664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10099" y="5794663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93426" y="5794663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76753" y="5794662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293925" y="5794655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26772" y="4319141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10099" y="4319140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013372" y="4599694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243443" y="5794662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20435" y="4440359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356264" y="135082"/>
            <a:ext cx="5704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SQL SERVER PERFORMANCE TUNING PROCESS</a:t>
            </a:r>
          </a:p>
          <a:p>
            <a:pPr algn="ctr"/>
            <a:r>
              <a:rPr lang="en-US" sz="2000" dirty="0" smtClean="0"/>
              <a:t>THE BUILDING BLOCKS </a:t>
            </a:r>
            <a:endParaRPr lang="en-US" sz="2000" dirty="0"/>
          </a:p>
        </p:txBody>
      </p:sp>
      <p:sp>
        <p:nvSpPr>
          <p:cNvPr id="21" name="Right Arrow 20"/>
          <p:cNvSpPr/>
          <p:nvPr/>
        </p:nvSpPr>
        <p:spPr>
          <a:xfrm rot="16200000">
            <a:off x="5718136" y="335736"/>
            <a:ext cx="610250" cy="66294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064325" y="1060303"/>
            <a:ext cx="8229600" cy="199984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532051" y="6032125"/>
            <a:ext cx="109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events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723968" y="6032125"/>
            <a:ext cx="1666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Execution plan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456466" y="4293392"/>
            <a:ext cx="143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Slow queries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486525" y="5970870"/>
            <a:ext cx="129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Page splits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675038" y="4511365"/>
            <a:ext cx="164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fragmentation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272893" y="5985243"/>
            <a:ext cx="109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tempdb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342408" y="5223841"/>
            <a:ext cx="116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Wait stats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059870" y="4610491"/>
            <a:ext cx="109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indexes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266207" y="4486073"/>
            <a:ext cx="109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Fill factor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515554" y="5970870"/>
            <a:ext cx="135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Sql profiler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0584008" y="4783905"/>
            <a:ext cx="109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dmv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757552" y="5277088"/>
            <a:ext cx="118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859480" y="5224060"/>
            <a:ext cx="118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hardware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313182" y="5961596"/>
            <a:ext cx="118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184936" y="1146178"/>
            <a:ext cx="426027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COMMON PERFORMANCE ISSUES</a:t>
            </a:r>
          </a:p>
          <a:p>
            <a:pPr algn="ctr"/>
            <a:r>
              <a:rPr lang="en-US" sz="1200" dirty="0" smtClean="0"/>
              <a:t>Slow running queries issues</a:t>
            </a:r>
          </a:p>
          <a:p>
            <a:pPr algn="ctr"/>
            <a:r>
              <a:rPr lang="en-US" sz="1200" dirty="0" smtClean="0"/>
              <a:t>Fragmentation issue</a:t>
            </a:r>
          </a:p>
          <a:p>
            <a:pPr algn="ctr"/>
            <a:r>
              <a:rPr lang="en-US" sz="1200" dirty="0" smtClean="0"/>
              <a:t>Wait stats </a:t>
            </a:r>
            <a:r>
              <a:rPr lang="en-US" sz="1200" dirty="0" smtClean="0"/>
              <a:t>issue</a:t>
            </a:r>
            <a:endParaRPr lang="en-US" sz="1200" dirty="0" smtClean="0"/>
          </a:p>
          <a:p>
            <a:pPr algn="ctr"/>
            <a:r>
              <a:rPr lang="en-US" sz="1200" dirty="0" smtClean="0"/>
              <a:t>Tempdb improper set up</a:t>
            </a:r>
          </a:p>
          <a:p>
            <a:pPr algn="ctr"/>
            <a:r>
              <a:rPr lang="en-US" sz="1200" dirty="0" smtClean="0"/>
              <a:t>Poor execution plan choice</a:t>
            </a:r>
          </a:p>
          <a:p>
            <a:pPr algn="ctr"/>
            <a:r>
              <a:rPr lang="en-US" sz="1200" dirty="0" smtClean="0"/>
              <a:t>SQL Server wrong configurations</a:t>
            </a:r>
          </a:p>
          <a:p>
            <a:pPr algn="ctr"/>
            <a:r>
              <a:rPr lang="en-US" sz="1200" dirty="0" smtClean="0"/>
              <a:t>Improper index design</a:t>
            </a:r>
          </a:p>
          <a:p>
            <a:pPr algn="ctr"/>
            <a:r>
              <a:rPr lang="en-US" sz="1200" dirty="0" smtClean="0"/>
              <a:t>Blocking</a:t>
            </a:r>
          </a:p>
          <a:p>
            <a:endParaRPr lang="en-US" sz="1200" dirty="0" smtClean="0"/>
          </a:p>
          <a:p>
            <a:endParaRPr lang="en-US" dirty="0"/>
          </a:p>
        </p:txBody>
      </p:sp>
      <p:sp>
        <p:nvSpPr>
          <p:cNvPr id="43" name="Right Arrow 42"/>
          <p:cNvSpPr/>
          <p:nvPr/>
        </p:nvSpPr>
        <p:spPr>
          <a:xfrm rot="2557992">
            <a:off x="822401" y="3521368"/>
            <a:ext cx="2038350" cy="941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-80739" y="1643193"/>
            <a:ext cx="1922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Building blocks needed for performance tuning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972423" y="5056899"/>
            <a:ext cx="1683327" cy="73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111616" y="5176620"/>
            <a:ext cx="1510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More information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3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64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rafasg61 A</dc:creator>
  <cp:lastModifiedBy>rafasg61 A</cp:lastModifiedBy>
  <cp:revision>13</cp:revision>
  <dcterms:created xsi:type="dcterms:W3CDTF">2017-11-20T03:44:40Z</dcterms:created>
  <dcterms:modified xsi:type="dcterms:W3CDTF">2017-11-21T01:00:25Z</dcterms:modified>
</cp:coreProperties>
</file>