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8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5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1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4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7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5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0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B1EC9-45A2-5845-B11F-6A063B96C539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94E3B-85AF-C942-8244-A2CA0FD0F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3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08" y="2122857"/>
            <a:ext cx="6405995" cy="36394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7647" y="3575501"/>
            <a:ext cx="23301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The operator on the top right is called the </a:t>
            </a:r>
            <a:r>
              <a:rPr lang="en-US" sz="1350" b="1" dirty="0"/>
              <a:t>outer </a:t>
            </a:r>
            <a:r>
              <a:rPr lang="en-US" sz="1350" b="1" dirty="0"/>
              <a:t>input</a:t>
            </a:r>
            <a:endParaRPr lang="en-US" sz="1350" dirty="0"/>
          </a:p>
        </p:txBody>
      </p:sp>
      <p:sp>
        <p:nvSpPr>
          <p:cNvPr id="4" name="TextBox 3"/>
          <p:cNvSpPr txBox="1"/>
          <p:nvPr/>
        </p:nvSpPr>
        <p:spPr>
          <a:xfrm>
            <a:off x="6117648" y="4516663"/>
            <a:ext cx="20911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The </a:t>
            </a:r>
            <a:r>
              <a:rPr lang="en-US" sz="1350" dirty="0"/>
              <a:t>just </a:t>
            </a:r>
            <a:r>
              <a:rPr lang="en-US" sz="1350" dirty="0"/>
              <a:t>below it is called the </a:t>
            </a:r>
            <a:r>
              <a:rPr lang="en-US" sz="1350" b="1" dirty="0"/>
              <a:t>inner input</a:t>
            </a:r>
            <a:r>
              <a:rPr lang="en-US" sz="1350" dirty="0"/>
              <a:t>.</a:t>
            </a:r>
          </a:p>
        </p:txBody>
      </p:sp>
      <p:sp>
        <p:nvSpPr>
          <p:cNvPr id="5" name="Right Arrow 4"/>
          <p:cNvSpPr/>
          <p:nvPr/>
        </p:nvSpPr>
        <p:spPr>
          <a:xfrm rot="10800000">
            <a:off x="5198052" y="3693183"/>
            <a:ext cx="732559" cy="2493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ight Arrow 5"/>
          <p:cNvSpPr/>
          <p:nvPr/>
        </p:nvSpPr>
        <p:spPr>
          <a:xfrm rot="10800000">
            <a:off x="5198052" y="4634345"/>
            <a:ext cx="732559" cy="2493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818285" y="1036088"/>
            <a:ext cx="702945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joins in execution plan</a:t>
            </a:r>
          </a:p>
          <a:p>
            <a:pPr algn="ctr"/>
            <a:endParaRPr lang="en-US" dirty="0"/>
          </a:p>
          <a:p>
            <a:pPr algn="ctr"/>
            <a:r>
              <a:rPr lang="en-US" sz="1350" dirty="0"/>
              <a:t>What is a nested loop join?  Hash Join? Merge join?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2870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3" y="2598102"/>
            <a:ext cx="1652304" cy="14168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8212" y="3098544"/>
            <a:ext cx="1345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Select firstname, lastname </a:t>
            </a:r>
          </a:p>
          <a:p>
            <a:pPr algn="ctr"/>
            <a:r>
              <a:rPr lang="en-US" sz="800" dirty="0" smtClean="0"/>
              <a:t>from people</a:t>
            </a:r>
            <a:endParaRPr lang="en-US" sz="800" dirty="0"/>
          </a:p>
        </p:txBody>
      </p:sp>
      <p:sp>
        <p:nvSpPr>
          <p:cNvPr id="4" name="TextBox 3"/>
          <p:cNvSpPr txBox="1"/>
          <p:nvPr/>
        </p:nvSpPr>
        <p:spPr>
          <a:xfrm>
            <a:off x="293591" y="2228770"/>
            <a:ext cx="145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Simple query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191692" y="3222876"/>
            <a:ext cx="1099260" cy="6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5026" y="2228770"/>
            <a:ext cx="1939068" cy="3663904"/>
          </a:xfrm>
          <a:prstGeom prst="rect">
            <a:avLst/>
          </a:prstGeom>
          <a:solidFill>
            <a:srgbClr val="D7E4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00614" y="1859438"/>
            <a:ext cx="184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Query optimizer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710149" y="3209220"/>
            <a:ext cx="1099260" cy="6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62064" y="2321763"/>
            <a:ext cx="15567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The query optimizer will go thru the process of validating the query and come up with the best execution plan for this query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7032533" y="1952844"/>
            <a:ext cx="1829824" cy="2574204"/>
          </a:xfrm>
          <a:prstGeom prst="rect">
            <a:avLst/>
          </a:prstGeom>
          <a:solidFill>
            <a:srgbClr val="D7E4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032533" y="1583512"/>
            <a:ext cx="182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Execution plan</a:t>
            </a:r>
            <a:endParaRPr lang="en-US" dirty="0"/>
          </a:p>
        </p:txBody>
      </p:sp>
      <p:sp>
        <p:nvSpPr>
          <p:cNvPr id="13" name="Line Callout 3 (Border and Accent Bar) 12"/>
          <p:cNvSpPr/>
          <p:nvPr/>
        </p:nvSpPr>
        <p:spPr>
          <a:xfrm>
            <a:off x="8302485" y="3098544"/>
            <a:ext cx="204832" cy="198015"/>
          </a:xfrm>
          <a:prstGeom prst="accentBorderCallout3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ine Callout 3 (No Border) 13"/>
          <p:cNvSpPr/>
          <p:nvPr/>
        </p:nvSpPr>
        <p:spPr>
          <a:xfrm>
            <a:off x="7353434" y="2895125"/>
            <a:ext cx="505251" cy="122907"/>
          </a:xfrm>
          <a:prstGeom prst="callout3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ine Callout 1 14"/>
          <p:cNvSpPr/>
          <p:nvPr/>
        </p:nvSpPr>
        <p:spPr>
          <a:xfrm>
            <a:off x="8186414" y="2314935"/>
            <a:ext cx="382352" cy="218500"/>
          </a:xfrm>
          <a:prstGeom prst="borderCallout1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77005" y="6354086"/>
            <a:ext cx="68094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https://docs.microsoft.com/en-us/sql/t-sql/database-console-commands/dbcc-show-statistics-transact-sql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747892" y="320922"/>
            <a:ext cx="6438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Every query simple or complex goes thru the query optimizer to get the most efficient execution plan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762064" y="4410970"/>
            <a:ext cx="162499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STATISTICS</a:t>
            </a:r>
          </a:p>
          <a:p>
            <a:pPr algn="ctr"/>
            <a:r>
              <a:rPr lang="en-US" sz="1200" dirty="0" smtClean="0"/>
              <a:t>The optimizer uses the statistics to determine the most efficient execution plan to create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5949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110</Words>
  <Application>Microsoft Office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LCAD</dc:creator>
  <cp:lastModifiedBy>rafasg61 A</cp:lastModifiedBy>
  <cp:revision>14</cp:revision>
  <dcterms:created xsi:type="dcterms:W3CDTF">2017-10-31T21:37:32Z</dcterms:created>
  <dcterms:modified xsi:type="dcterms:W3CDTF">2017-11-01T05:57:50Z</dcterms:modified>
</cp:coreProperties>
</file>